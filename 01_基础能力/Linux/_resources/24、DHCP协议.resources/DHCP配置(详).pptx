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3"/>
    <p:sldId id="266" r:id="rId4"/>
    <p:sldId id="267" r:id="rId5"/>
    <p:sldId id="268" r:id="rId6"/>
    <p:sldId id="269" r:id="rId7"/>
    <p:sldId id="257" r:id="rId8"/>
    <p:sldId id="272" r:id="rId9"/>
    <p:sldId id="274" r:id="rId10"/>
    <p:sldId id="275" r:id="rId11"/>
    <p:sldId id="283" r:id="rId12"/>
    <p:sldId id="276" r:id="rId13"/>
    <p:sldId id="277" r:id="rId14"/>
    <p:sldId id="278" r:id="rId15"/>
    <p:sldId id="279" r:id="rId16"/>
    <p:sldId id="280" r:id="rId17"/>
    <p:sldId id="282" r:id="rId18"/>
    <p:sldId id="270" r:id="rId19"/>
    <p:sldId id="281" r:id="rId20"/>
    <p:sldId id="273" r:id="rId21"/>
    <p:sldId id="271" r:id="rId22"/>
  </p:sldIdLst>
  <p:sldSz cx="9144000" cy="6858000" type="screen4x3"/>
  <p:notesSz cx="6858000" cy="9144000"/>
  <p:custDataLst>
    <p:tags r:id="rId28"/>
  </p:custDataLst>
  <p:defaultTextStyle>
    <a:defPPr>
      <a:defRPr lang="ru-RU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None/>
      <a:defRPr b="0" i="0" u="none" kern="1200">
        <a:solidFill>
          <a:schemeClr val="tx1"/>
        </a:solidFill>
        <a:latin typeface="Arial" panose="020B0604020202020204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Tx/>
      <a:buNone/>
      <a:defRPr sz="1800" b="0" i="0" u="none" kern="1200">
        <a:solidFill>
          <a:schemeClr val="tx1"/>
        </a:solidFill>
        <a:latin typeface="Arial" panose="020B0604020202020204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Tx/>
      <a:buNone/>
      <a:defRPr sz="1800" b="0" i="0" u="none" kern="1200">
        <a:solidFill>
          <a:schemeClr val="tx1"/>
        </a:solidFill>
        <a:latin typeface="Arial" panose="020B0604020202020204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Tx/>
      <a:buNone/>
      <a:defRPr sz="1800" b="0" i="0" u="none" kern="1200">
        <a:solidFill>
          <a:schemeClr val="tx1"/>
        </a:solidFill>
        <a:latin typeface="Arial" panose="020B0604020202020204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Tx/>
      <a:buNone/>
      <a:defRPr sz="1800" b="0" i="0" u="none" kern="1200">
        <a:solidFill>
          <a:schemeClr val="tx1"/>
        </a:solidFill>
        <a:latin typeface="Arial" panose="020B0604020202020204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lrTx/>
      <a:buSzPct val="100000"/>
      <a:buFontTx/>
      <a:buNone/>
      <a:defRPr sz="1800" b="0" i="0" u="none" kern="1200">
        <a:solidFill>
          <a:schemeClr val="tx1"/>
        </a:solidFill>
        <a:latin typeface="Arial" panose="020B0604020202020204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lrTx/>
      <a:buSzPct val="100000"/>
      <a:buFontTx/>
      <a:buNone/>
      <a:defRPr sz="1800" b="0" i="0" u="none" kern="1200">
        <a:solidFill>
          <a:schemeClr val="tx1"/>
        </a:solidFill>
        <a:latin typeface="Arial" panose="020B0604020202020204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lrTx/>
      <a:buSzPct val="100000"/>
      <a:buFontTx/>
      <a:buNone/>
      <a:defRPr sz="1800" b="0" i="0" u="none" kern="1200">
        <a:solidFill>
          <a:schemeClr val="tx1"/>
        </a:solidFill>
        <a:latin typeface="Arial" panose="020B0604020202020204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lrTx/>
      <a:buSzPct val="100000"/>
      <a:buFontTx/>
      <a:buNone/>
      <a:defRPr sz="1800" b="0" i="0" u="none" kern="1200">
        <a:solidFill>
          <a:schemeClr val="tx1"/>
        </a:solidFill>
        <a:latin typeface="Arial" panose="020B0604020202020204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73" d="100"/>
          <a:sy n="73" d="100"/>
        </p:scale>
        <p:origin x="-102" y="-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049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1" name="矩形 2050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algn="ctr"/>
              <a:endParaRPr sz="2400">
                <a:latin typeface="Times New Roman" panose="02020603050405020304" pitchFamily="18" charset="0"/>
              </a:endParaRPr>
            </a:p>
          </p:txBody>
        </p:sp>
        <p:sp>
          <p:nvSpPr>
            <p:cNvPr id="2052" name="矩形 2051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rgbClr val="00007D"/>
            </a:solidFill>
            <a:ln w="9525">
              <a:noFill/>
            </a:ln>
          </p:spPr>
          <p:txBody>
            <a:bodyPr/>
            <a:p>
              <a:pPr lvl="0"/>
              <a:endParaRPr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053" name="组合 2052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054" name="矩形 2053"/>
              <p:cNvSpPr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rgbClr val="9999CC"/>
              </a:solidFill>
              <a:ln w="9525">
                <a:noFill/>
              </a:ln>
            </p:spPr>
            <p:txBody>
              <a:bodyPr/>
              <a:p>
                <a:pPr lvl="0"/>
                <a:endParaRPr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5" name="矩形 2054"/>
              <p:cNvSpPr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rgbClr val="CCCCE6"/>
              </a:solidFill>
              <a:ln w="9525">
                <a:noFill/>
              </a:ln>
            </p:spPr>
            <p:txBody>
              <a:bodyPr/>
              <a:p>
                <a:pPr lvl="0"/>
                <a:endParaRPr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6" name="矩形 2055"/>
              <p:cNvSpPr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rgbClr val="CCCCE6"/>
              </a:solidFill>
              <a:ln w="9525">
                <a:noFill/>
              </a:ln>
            </p:spPr>
            <p:txBody>
              <a:bodyPr/>
              <a:p>
                <a:pPr lvl="0"/>
                <a:endParaRPr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7" name="矩形 2056"/>
              <p:cNvSpPr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rgbClr val="00007D"/>
              </a:solidFill>
              <a:ln w="9525">
                <a:noFill/>
              </a:ln>
            </p:spPr>
            <p:txBody>
              <a:bodyPr/>
              <a:p>
                <a:pPr lvl="0"/>
                <a:endParaRPr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8" name="矩形 2057"/>
              <p:cNvSpPr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rgbClr val="9999CC"/>
              </a:solidFill>
              <a:ln w="9525">
                <a:noFill/>
              </a:ln>
            </p:spPr>
            <p:txBody>
              <a:bodyPr/>
              <a:p>
                <a:pPr lvl="0"/>
                <a:endParaRPr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9" name="矩形 2058"/>
              <p:cNvSpPr/>
              <p:nvPr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rgbClr val="CCCCE6"/>
              </a:solidFill>
              <a:ln w="9525">
                <a:noFill/>
              </a:ln>
            </p:spPr>
            <p:txBody>
              <a:bodyPr/>
              <a:p>
                <a:pPr lvl="0"/>
                <a:endParaRPr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0" name="矩形 2059"/>
              <p:cNvSpPr/>
              <p:nvPr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rgbClr val="00007D"/>
              </a:solidFill>
              <a:ln w="9525">
                <a:noFill/>
              </a:ln>
            </p:spPr>
            <p:txBody>
              <a:bodyPr/>
              <a:p>
                <a:pPr lvl="0"/>
                <a:endParaRPr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1" name="矩形 2060"/>
              <p:cNvSpPr/>
              <p:nvPr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rgbClr val="9999CC"/>
              </a:solidFill>
              <a:ln w="9525">
                <a:noFill/>
              </a:ln>
            </p:spPr>
            <p:txBody>
              <a:bodyPr/>
              <a:p>
                <a:pPr lvl="0"/>
                <a:endParaRPr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2" name="矩形 2061"/>
              <p:cNvSpPr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rgbClr val="CCCCE6"/>
              </a:solidFill>
              <a:ln w="9525">
                <a:noFill/>
              </a:ln>
            </p:spPr>
            <p:txBody>
              <a:bodyPr/>
              <a:p>
                <a:pPr lvl="0"/>
                <a:endParaRPr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3" name="矩形 2062"/>
              <p:cNvSpPr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rgbClr val="9999CC"/>
              </a:solidFill>
              <a:ln w="9525">
                <a:noFill/>
              </a:ln>
            </p:spPr>
            <p:txBody>
              <a:bodyPr/>
              <a:p>
                <a:pPr lvl="0"/>
                <a:endParaRPr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064" name="日期占位符 2063"/>
          <p:cNvSpPr/>
          <p:nvPr>
            <p:ph type="dt" sz="half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>
              <a:defRPr sz="1200"/>
            </a:lvl1pPr>
          </a:lstStyle>
          <a:p>
            <a:r>
              <a:rPr lang="en-US" altLang="zh-CN"/>
              <a:t>2020/10/13</a:t>
            </a:r>
            <a:endParaRPr lang="en-US" altLang="zh-CN"/>
          </a:p>
        </p:txBody>
      </p:sp>
      <p:sp>
        <p:nvSpPr>
          <p:cNvPr id="2065" name="页脚占位符 2064"/>
          <p:cNvSpPr/>
          <p:nvPr>
            <p:ph type="ftr" sz="quarter" idx="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ctr">
              <a:defRPr sz="1200"/>
            </a:lvl1pPr>
          </a:lstStyle>
          <a:p>
            <a:endParaRPr lang="ru-RU"/>
          </a:p>
        </p:txBody>
      </p:sp>
      <p:sp>
        <p:nvSpPr>
          <p:cNvPr id="2066" name="灯片编号占位符 2065"/>
          <p:cNvSpPr/>
          <p:nvPr>
            <p:ph type="sldNum" sz="quarter" idx="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9A0DB2DC-4C9A-4742-B13C-FB6460FD3503}" type="slidenum">
              <a:rPr lang="ru-RU"/>
            </a:fld>
            <a:endParaRPr lang="ru-RU">
              <a:latin typeface="Arial Black" panose="020B0A04020102020204" pitchFamily="34" charset="0"/>
            </a:endParaRPr>
          </a:p>
        </p:txBody>
      </p:sp>
      <p:sp>
        <p:nvSpPr>
          <p:cNvPr id="2067" name="标题 2066"/>
          <p:cNvSpPr/>
          <p:nvPr>
            <p:ph type="ctrTitle" idx="3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defRPr sz="5000" b="0" i="0" u="none">
                <a:solidFill>
                  <a:srgbClr val="FFFFFF"/>
                </a:solidFill>
                <a:latin typeface="Arial" panose="020B0604020202020204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68" name="副标题 2067"/>
          <p:cNvSpPr/>
          <p:nvPr>
            <p:ph type="subTitle" idx="4"/>
          </p:nvPr>
        </p:nvSpPr>
        <p:spPr>
          <a:xfrm>
            <a:off x="2971800" y="4267200"/>
            <a:ext cx="6019800" cy="175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3400" b="0" i="0" u="none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2800" b="0" i="0" u="none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 sz="2400" b="0" i="0" u="none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2000" b="0" i="0" u="none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None/>
              <a:defRPr sz="2000" b="0" i="0" u="none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altLang="zh-CN"/>
              <a:t>2020/10/13</a:t>
            </a:r>
            <a:endParaRPr lang="en-US" altLang="zh-CN" sz="1200" u="none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endParaRPr lang="ru-R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altLang="zh-CN"/>
              <a:t>2020/10/13</a:t>
            </a:r>
            <a:endParaRPr lang="en-US" altLang="zh-CN" sz="1200" u="none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endParaRPr lang="ru-R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2504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981200"/>
            <a:ext cx="4032504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altLang="zh-CN"/>
              <a:t>2020/10/13</a:t>
            </a:r>
            <a:endParaRPr lang="en-US" altLang="zh-CN" sz="1200" u="none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endParaRPr lang="ru-R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altLang="zh-CN"/>
              <a:t>2020/10/13</a:t>
            </a:r>
            <a:endParaRPr lang="en-US" altLang="zh-CN" sz="1200" u="none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endParaRPr lang="ru-RU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altLang="zh-CN"/>
              <a:t>2020/10/13</a:t>
            </a:r>
            <a:endParaRPr lang="en-US" altLang="zh-CN" sz="1200" u="none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endParaRPr lang="ru-RU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altLang="zh-CN"/>
              <a:t>2020/10/13</a:t>
            </a:r>
            <a:endParaRPr lang="en-US" altLang="zh-CN" sz="1200" u="none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endParaRPr lang="ru-RU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altLang="zh-CN"/>
              <a:t>2020/10/13</a:t>
            </a:r>
            <a:endParaRPr lang="en-US" altLang="zh-CN" sz="1200" u="none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endParaRPr lang="ru-R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altLang="zh-CN"/>
              <a:t>2020/10/13</a:t>
            </a:r>
            <a:endParaRPr lang="en-US" altLang="zh-CN" sz="1200" u="none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endParaRPr lang="ru-R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altLang="zh-CN"/>
              <a:t>2020/10/13</a:t>
            </a:r>
            <a:endParaRPr lang="en-US" altLang="zh-CN" sz="1200" u="none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endParaRPr lang="ru-R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5293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altLang="zh-CN"/>
              <a:t>2020/10/13</a:t>
            </a:r>
            <a:endParaRPr lang="en-US" altLang="zh-CN" sz="1200" u="none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endParaRPr lang="ru-R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页脚占位符 1025"/>
          <p:cNvSpPr/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indent="0" algn="ctr" fontAlgn="base">
              <a:buFont typeface="Arial" panose="020B0604020202020204"/>
              <a:defRPr sz="1200">
                <a:solidFill>
                  <a:schemeClr val="tx1"/>
                </a:solidFill>
              </a:defRPr>
            </a:lvl1pPr>
          </a:lstStyle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endParaRPr lang="ru-RU"/>
          </a:p>
        </p:txBody>
      </p:sp>
      <p:sp>
        <p:nvSpPr>
          <p:cNvPr id="1027" name="灯片编号占位符 1026"/>
          <p:cNvSpPr/>
          <p:nvPr>
            <p:ph type="sldNum" sz="quarter" idx="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indent="0" algn="r" fontAlgn="base">
              <a:buFont typeface="Arial" panose="020B0604020202020204"/>
              <a:defRPr sz="1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028" name="组合 1027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29" name="矩形 1028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algn="ctr"/>
              <a:endParaRPr sz="2400">
                <a:latin typeface="Times New Roman" panose="02020603050405020304" pitchFamily="18" charset="0"/>
              </a:endParaRPr>
            </a:p>
          </p:txBody>
        </p:sp>
        <p:sp>
          <p:nvSpPr>
            <p:cNvPr id="1030" name="矩形 1029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  <a:tileRect/>
            </a:gradFill>
            <a:ln w="9525">
              <a:noFill/>
            </a:ln>
          </p:spPr>
          <p:txBody>
            <a:bodyPr/>
            <a:p>
              <a:pPr lvl="0"/>
              <a:endParaRPr sz="2400">
                <a:latin typeface="Times New Roman" panose="02020603050405020304" pitchFamily="18" charset="0"/>
              </a:endParaRPr>
            </a:p>
          </p:txBody>
        </p:sp>
        <p:sp>
          <p:nvSpPr>
            <p:cNvPr id="1031" name="矩形 1030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rgbClr val="CCCCE6"/>
            </a:solidFill>
            <a:ln w="9525">
              <a:noFill/>
            </a:ln>
          </p:spPr>
          <p:txBody>
            <a:bodyPr/>
            <a:p>
              <a:pPr lvl="0"/>
              <a:endParaRPr>
                <a:solidFill>
                  <a:schemeClr val="hlink"/>
                </a:solidFill>
              </a:endParaRPr>
            </a:p>
          </p:txBody>
        </p:sp>
        <p:sp>
          <p:nvSpPr>
            <p:cNvPr id="1032" name="矩形 1031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rgbClr val="CCCCE6"/>
            </a:solidFill>
            <a:ln w="9525">
              <a:noFill/>
            </a:ln>
          </p:spPr>
          <p:txBody>
            <a:bodyPr/>
            <a:p>
              <a:pPr lvl="0"/>
              <a:endParaRPr>
                <a:solidFill>
                  <a:schemeClr val="hlink"/>
                </a:solidFill>
              </a:endParaRPr>
            </a:p>
          </p:txBody>
        </p:sp>
        <p:sp>
          <p:nvSpPr>
            <p:cNvPr id="1033" name="矩形 1032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rgbClr val="9999CC"/>
            </a:solidFill>
            <a:ln w="9525">
              <a:noFill/>
            </a:ln>
          </p:spPr>
          <p:txBody>
            <a:bodyPr/>
            <a:p>
              <a:pPr lvl="0"/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34" name="矩形 1033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rgbClr val="CCCCE6"/>
            </a:solidFill>
            <a:ln w="9525">
              <a:noFill/>
            </a:ln>
          </p:spPr>
          <p:txBody>
            <a:bodyPr/>
            <a:p>
              <a:pPr lvl="0"/>
              <a:endParaRPr>
                <a:solidFill>
                  <a:schemeClr val="hlink"/>
                </a:solidFill>
              </a:endParaRPr>
            </a:p>
          </p:txBody>
        </p:sp>
        <p:sp>
          <p:nvSpPr>
            <p:cNvPr id="1035" name="矩形 1034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rgbClr val="00007D"/>
            </a:solidFill>
            <a:ln w="9525">
              <a:noFill/>
            </a:ln>
          </p:spPr>
          <p:txBody>
            <a:bodyPr/>
            <a:p>
              <a:pPr lvl="0"/>
              <a:endParaRPr sz="2400">
                <a:latin typeface="Times New Roman" panose="02020603050405020304" pitchFamily="18" charset="0"/>
              </a:endParaRPr>
            </a:p>
          </p:txBody>
        </p:sp>
        <p:sp>
          <p:nvSpPr>
            <p:cNvPr id="1036" name="矩形 1035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rgbClr val="9999CC"/>
            </a:solidFill>
            <a:ln w="9525">
              <a:noFill/>
            </a:ln>
          </p:spPr>
          <p:txBody>
            <a:bodyPr/>
            <a:p>
              <a:pPr lvl="0"/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37" name="矩形 1036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rgbClr val="9999CC"/>
            </a:solidFill>
            <a:ln w="9525">
              <a:noFill/>
            </a:ln>
          </p:spPr>
          <p:txBody>
            <a:bodyPr/>
            <a:p>
              <a:pPr lvl="0"/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038" name="标题 1037"/>
          <p:cNvSpPr/>
          <p:nvPr>
            <p:ph type="title" idx="2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9" name="文本占位符 1038"/>
          <p:cNvSpPr/>
          <p:nvPr>
            <p:ph type="body" idx="3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0" name="日期占位符 1039"/>
          <p:cNvSpPr/>
          <p:nvPr>
            <p:ph type="dt" sz="half" idx="4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indent="0" algn="l" fontAlgn="base">
              <a:buFont typeface="Arial" panose="020B0604020202020204"/>
              <a:defRPr sz="1200">
                <a:solidFill>
                  <a:schemeClr val="tx1"/>
                </a:solidFill>
              </a:defRPr>
            </a:lvl1pPr>
          </a:lstStyle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altLang="zh-CN"/>
              <a:t>2020/10/13</a:t>
            </a:r>
            <a:endParaRPr lang="en-US" altLang="zh-CN" sz="1200" u="none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SzPct val="100000"/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0" i="0" u="none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0" i="0" u="none" kern="1200">
          <a:solidFill>
            <a:schemeClr val="tx1"/>
          </a:solidFill>
          <a:latin typeface="Arial" panose="020B0604020202020204"/>
          <a:ea typeface="宋体" panose="02010600030101010101" pitchFamily="2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0" i="0" u="none" kern="1200">
          <a:solidFill>
            <a:schemeClr val="tx1"/>
          </a:solidFill>
          <a:latin typeface="Arial" panose="020B0604020202020204"/>
          <a:ea typeface="宋体" panose="02010600030101010101" pitchFamily="2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0" i="0" u="none" kern="1200">
          <a:solidFill>
            <a:schemeClr val="tx1"/>
          </a:solidFill>
          <a:latin typeface="Arial" panose="020B0604020202020204"/>
          <a:ea typeface="宋体" panose="02010600030101010101" pitchFamily="2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2000" b="0" i="0" u="none" kern="1200">
          <a:solidFill>
            <a:schemeClr val="tx1"/>
          </a:solidFill>
          <a:latin typeface="Arial" panose="020B0604020202020204"/>
          <a:ea typeface="宋体" panose="02010600030101010101" pitchFamily="2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2000" b="0" i="0" u="none" kern="1200">
          <a:solidFill>
            <a:schemeClr val="tx1"/>
          </a:solidFill>
          <a:latin typeface="Arial" panose="020B0604020202020204"/>
          <a:ea typeface="宋体" panose="02010600030101010101" pitchFamily="2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2000" b="0" i="0" u="none" kern="1200">
          <a:solidFill>
            <a:schemeClr val="tx1"/>
          </a:solidFill>
          <a:latin typeface="Arial" panose="020B0604020202020204"/>
          <a:ea typeface="宋体" panose="02010600030101010101" pitchFamily="2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2000" b="0" i="0" u="none" kern="1200">
          <a:solidFill>
            <a:schemeClr val="tx1"/>
          </a:solidFill>
          <a:latin typeface="Arial" panose="020B0604020202020204"/>
          <a:ea typeface="宋体" panose="02010600030101010101" pitchFamily="2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2000" b="0" i="0" u="none" kern="1200">
          <a:solidFill>
            <a:schemeClr val="tx1"/>
          </a:solidFill>
          <a:latin typeface="Arial" panose="020B0604020202020204"/>
          <a:ea typeface="宋体" panose="02010600030101010101" pitchFamily="2" charset="-122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SzPct val="100000"/>
        <a:buFont typeface="Arial" panose="020B0604020202020204"/>
        <a:buNone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SzPct val="100000"/>
        <a:buFont typeface="Arial" panose="020B0604020202020204"/>
        <a:buNone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SzPct val="100000"/>
        <a:buFont typeface="Arial" panose="020B0604020202020204"/>
        <a:buNone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SzPct val="100000"/>
        <a:buFont typeface="Arial" panose="020B0604020202020204"/>
        <a:buNone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SzPct val="100000"/>
        <a:buFont typeface="Arial" panose="020B0604020202020204"/>
        <a:buNone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Pct val="100000"/>
        <a:buFont typeface="Arial" panose="020B0604020202020204"/>
        <a:buNone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Pct val="100000"/>
        <a:buFont typeface="Arial" panose="020B0604020202020204"/>
        <a:buNone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Pct val="100000"/>
        <a:buFont typeface="Arial" panose="020B0604020202020204"/>
        <a:buNone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Pct val="100000"/>
        <a:buFont typeface="Arial" panose="020B0604020202020204"/>
        <a:buNone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/>
          <p:nvPr>
            <p:ph type="sldNum" sz="quarter" idx="2"/>
          </p:nvPr>
        </p:nvSpPr>
        <p:spPr/>
        <p:txBody>
          <a:bodyPr/>
          <a:p>
            <a:fld id="{9A0DB2DC-4C9A-4742-B13C-FB6460FD3503}" type="slidenum">
              <a:rPr lang="ru-RU"/>
            </a:fld>
            <a:endParaRPr lang="ru-RU">
              <a:latin typeface="Arial Black" panose="020B0A04020102020204" pitchFamily="34" charset="0"/>
            </a:endParaRPr>
          </a:p>
        </p:txBody>
      </p:sp>
      <p:sp>
        <p:nvSpPr>
          <p:cNvPr id="2071" name="标题 2070"/>
          <p:cNvSpPr/>
          <p:nvPr>
            <p:ph type="ctrTitle"/>
          </p:nvPr>
        </p:nvSpPr>
        <p:spPr/>
        <p:txBody>
          <a:bodyPr anchor="ctr" anchorCtr="0"/>
          <a:p>
            <a:pPr defTabSz="914400">
              <a:buSzPct val="100000"/>
              <a:buFontTx/>
              <a:buNone/>
            </a:pPr>
            <a:r>
              <a:rPr lang="en-US" altLang="zh-CN" kern="1200">
                <a:latin typeface="Arial" panose="020B0604020202020204"/>
                <a:ea typeface="宋体" panose="02010600030101010101" pitchFamily="2" charset="-122"/>
              </a:rPr>
              <a:t>DHCP</a:t>
            </a:r>
            <a:r>
              <a:rPr lang="zh-CN" altLang="en-US" kern="1200">
                <a:latin typeface="Arial" panose="020B0604020202020204"/>
                <a:ea typeface="宋体" panose="02010600030101010101" pitchFamily="2" charset="-122"/>
              </a:rPr>
              <a:t>服务器配置</a:t>
            </a:r>
            <a:endParaRPr lang="zh-CN" altLang="en-US" kern="1200"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72" name="副标题 2071"/>
          <p:cNvSpPr/>
          <p:nvPr>
            <p:ph type="subTitle" idx="4294967295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3400" b="0" i="0" u="none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2800" b="0" i="0" u="none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 sz="2400" b="0" i="0" u="none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2000" b="0" i="0" u="none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None/>
              <a:defRPr sz="2000" b="0" i="0" u="none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</a:lstStyle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0" y="116840"/>
            <a:ext cx="3028950" cy="1327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075" name="标题 2074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en-US" altLang="zh-CN"/>
              <a:t>DHCP</a:t>
            </a:r>
            <a:r>
              <a:rPr lang="zh-CN" altLang="en-US"/>
              <a:t>服务简介</a:t>
            </a:r>
            <a:endParaRPr lang="zh-CN" altLang="en-US"/>
          </a:p>
        </p:txBody>
      </p:sp>
      <p:sp>
        <p:nvSpPr>
          <p:cNvPr id="2076" name="文本占位符 2075"/>
          <p:cNvSpPr/>
          <p:nvPr>
            <p:ph type="body" idx="4294967295"/>
          </p:nvPr>
        </p:nvSpPr>
        <p:spPr/>
        <p:txBody>
          <a:bodyPr/>
          <a:p>
            <a:pPr>
              <a:buClr>
                <a:schemeClr val="bg2"/>
              </a:buClr>
            </a:pPr>
            <a:r>
              <a:rPr lang="en-US" altLang="zh-CN" sz="2800"/>
              <a:t>DHCP</a:t>
            </a:r>
            <a:r>
              <a:rPr lang="zh-CN" altLang="en-US" sz="2800"/>
              <a:t>（</a:t>
            </a:r>
            <a:r>
              <a:rPr lang="en-US" altLang="zh-CN" sz="2800"/>
              <a:t>dynamic host configuration protocol</a:t>
            </a:r>
            <a:r>
              <a:rPr lang="zh-CN" altLang="en-US" sz="2800"/>
              <a:t>动态主机配置协议） ，它用于给某个网络段上的主机进行动态分配</a:t>
            </a:r>
            <a:r>
              <a:rPr lang="en-US" altLang="zh-CN" sz="2800"/>
              <a:t>IP</a:t>
            </a:r>
            <a:r>
              <a:rPr lang="zh-CN" altLang="en-US" sz="2800"/>
              <a:t>地址和相关网络环境（网关和 </a:t>
            </a:r>
            <a:r>
              <a:rPr lang="en-US" altLang="zh-CN" sz="2800"/>
              <a:t>DNS </a:t>
            </a:r>
            <a:r>
              <a:rPr lang="zh-CN" altLang="en-US" sz="2800"/>
              <a:t>服务器信息）的配置工作，比如</a:t>
            </a:r>
            <a:r>
              <a:rPr lang="en-US" altLang="zh-CN" sz="2800"/>
              <a:t>adsl</a:t>
            </a:r>
            <a:r>
              <a:rPr lang="zh-CN" altLang="en-US" sz="2800"/>
              <a:t>电话拨号就是用的</a:t>
            </a:r>
            <a:r>
              <a:rPr lang="en-US" altLang="zh-CN" sz="2800"/>
              <a:t>dhcp</a:t>
            </a:r>
            <a:r>
              <a:rPr lang="zh-CN" altLang="en-US" sz="2800"/>
              <a:t>协议。</a:t>
            </a:r>
            <a:endParaRPr lang="zh-CN" altLang="en-US" sz="2800"/>
          </a:p>
          <a:p>
            <a:pPr>
              <a:buClr>
                <a:schemeClr val="bg2"/>
              </a:buClr>
            </a:pPr>
            <a:r>
              <a:rPr lang="zh-CN" altLang="en-US" sz="2800"/>
              <a:t>用途：</a:t>
            </a:r>
            <a:endParaRPr lang="zh-CN" altLang="en-US" sz="2800"/>
          </a:p>
          <a:p>
            <a:pPr lvl="1">
              <a:buClr>
                <a:schemeClr val="accent2"/>
              </a:buClr>
            </a:pPr>
            <a:r>
              <a:rPr lang="en-US" altLang="zh-CN" sz="2400"/>
              <a:t>IP</a:t>
            </a:r>
            <a:r>
              <a:rPr lang="zh-CN" altLang="en-US" sz="2400"/>
              <a:t>地址资源不能满足全部需求的子网</a:t>
            </a:r>
            <a:endParaRPr lang="zh-CN" altLang="en-US" sz="2400"/>
          </a:p>
          <a:p>
            <a:pPr lvl="1">
              <a:buClr>
                <a:schemeClr val="accent2"/>
              </a:buClr>
            </a:pPr>
            <a:r>
              <a:rPr lang="en-US" altLang="zh-CN" sz="2400"/>
              <a:t>IP</a:t>
            </a:r>
            <a:r>
              <a:rPr lang="zh-CN" altLang="en-US" sz="2400"/>
              <a:t>地址经常变动的网络</a:t>
            </a:r>
            <a:endParaRPr lang="zh-CN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079" name="标题 2078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en-US" altLang="zh-CN"/>
              <a:t>DHCP</a:t>
            </a:r>
            <a:r>
              <a:rPr lang="zh-CN" altLang="en-US"/>
              <a:t>的常用概念</a:t>
            </a:r>
            <a:endParaRPr lang="zh-CN" altLang="en-US"/>
          </a:p>
        </p:txBody>
      </p:sp>
      <p:sp>
        <p:nvSpPr>
          <p:cNvPr id="2080" name="文本占位符 2079"/>
          <p:cNvSpPr/>
          <p:nvPr>
            <p:ph type="body" idx="4294967295"/>
          </p:nvPr>
        </p:nvSpPr>
        <p:spPr>
          <a:xfrm>
            <a:off x="457200" y="1981200"/>
            <a:ext cx="8229600" cy="4114800"/>
          </a:xfrm>
        </p:spPr>
        <p:txBody>
          <a:bodyPr/>
          <a:p>
            <a:pPr>
              <a:buClr>
                <a:schemeClr val="bg2"/>
              </a:buClr>
            </a:pPr>
            <a:r>
              <a:rPr lang="zh-CN" altLang="en-US" sz="1800"/>
              <a:t>作用域：</a:t>
            </a:r>
            <a:endParaRPr lang="zh-CN" altLang="en-US" sz="1800"/>
          </a:p>
          <a:p>
            <a:pPr lvl="1">
              <a:buClr>
                <a:schemeClr val="accent2"/>
              </a:buClr>
            </a:pPr>
            <a:r>
              <a:rPr lang="zh-CN" altLang="en-US" sz="1600"/>
              <a:t>作用域是一个网络中可分配</a:t>
            </a:r>
            <a:r>
              <a:rPr lang="en-US" altLang="zh-CN" sz="1600"/>
              <a:t>IP</a:t>
            </a:r>
            <a:r>
              <a:rPr lang="zh-CN" altLang="en-US" sz="1600"/>
              <a:t>地址的连续。</a:t>
            </a:r>
            <a:endParaRPr lang="zh-CN" altLang="en-US" sz="1600"/>
          </a:p>
          <a:p>
            <a:pPr>
              <a:buClr>
                <a:schemeClr val="bg2"/>
              </a:buClr>
            </a:pPr>
            <a:r>
              <a:rPr lang="zh-CN" altLang="en-US" sz="1800"/>
              <a:t>超级作用域</a:t>
            </a:r>
            <a:endParaRPr lang="zh-CN" altLang="en-US" sz="1800"/>
          </a:p>
          <a:p>
            <a:pPr lvl="1">
              <a:buClr>
                <a:schemeClr val="accent2"/>
              </a:buClr>
            </a:pPr>
            <a:r>
              <a:rPr lang="zh-CN" altLang="en-US" sz="1600"/>
              <a:t>超级作用域是一组作用域的集合。是由一个物理子网中包含的多个</a:t>
            </a:r>
            <a:r>
              <a:rPr lang="en-US" altLang="zh-CN" sz="1600"/>
              <a:t>IP</a:t>
            </a:r>
            <a:r>
              <a:rPr lang="zh-CN" altLang="en-US" sz="1600"/>
              <a:t>子网组成的。</a:t>
            </a:r>
            <a:endParaRPr lang="zh-CN" altLang="en-US" sz="1600"/>
          </a:p>
          <a:p>
            <a:pPr>
              <a:buClr>
                <a:schemeClr val="bg2"/>
              </a:buClr>
            </a:pPr>
            <a:r>
              <a:rPr lang="zh-CN" altLang="en-US" sz="1800"/>
              <a:t>排除范围</a:t>
            </a:r>
            <a:endParaRPr lang="zh-CN" altLang="en-US" sz="1800"/>
          </a:p>
          <a:p>
            <a:pPr lvl="1">
              <a:buClr>
                <a:schemeClr val="accent2"/>
              </a:buClr>
            </a:pPr>
            <a:r>
              <a:rPr lang="zh-CN" altLang="en-US" sz="1600"/>
              <a:t>排除范围是用来定义某</a:t>
            </a:r>
            <a:r>
              <a:rPr lang="en-US" altLang="zh-CN" sz="1600"/>
              <a:t>IP</a:t>
            </a:r>
            <a:r>
              <a:rPr lang="zh-CN" altLang="en-US" sz="1600"/>
              <a:t>或者某一组的</a:t>
            </a:r>
            <a:r>
              <a:rPr lang="en-US" altLang="zh-CN" sz="1600"/>
              <a:t>IP</a:t>
            </a:r>
            <a:r>
              <a:rPr lang="zh-CN" altLang="en-US" sz="1600"/>
              <a:t>不用于分配给</a:t>
            </a:r>
            <a:r>
              <a:rPr lang="en-US" altLang="zh-CN" sz="1600"/>
              <a:t>dhcp</a:t>
            </a:r>
            <a:r>
              <a:rPr lang="zh-CN" altLang="en-US" sz="1600"/>
              <a:t>客户机</a:t>
            </a:r>
            <a:endParaRPr lang="zh-CN" altLang="en-US" sz="1600"/>
          </a:p>
          <a:p>
            <a:pPr>
              <a:buClr>
                <a:schemeClr val="bg2"/>
              </a:buClr>
            </a:pPr>
            <a:r>
              <a:rPr lang="zh-CN" altLang="en-US" sz="1800"/>
              <a:t>地址池</a:t>
            </a:r>
            <a:endParaRPr lang="zh-CN" altLang="en-US" sz="1800"/>
          </a:p>
          <a:p>
            <a:pPr lvl="1">
              <a:buClr>
                <a:schemeClr val="accent2"/>
              </a:buClr>
            </a:pPr>
            <a:r>
              <a:rPr lang="zh-CN" altLang="en-US" sz="1600"/>
              <a:t>定义了</a:t>
            </a:r>
            <a:r>
              <a:rPr lang="en-US" altLang="zh-CN" sz="1600"/>
              <a:t>dhcp</a:t>
            </a:r>
            <a:r>
              <a:rPr lang="zh-CN" altLang="en-US" sz="1600"/>
              <a:t>作用域和排除范围后，剩下的可用地址构成了一个地址池。池中的地址可以分配给用户使用</a:t>
            </a:r>
            <a:endParaRPr lang="zh-CN" altLang="en-US" sz="1600"/>
          </a:p>
          <a:p>
            <a:pPr>
              <a:buClr>
                <a:schemeClr val="bg2"/>
              </a:buClr>
            </a:pPr>
            <a:r>
              <a:rPr lang="zh-CN" altLang="en-US" sz="1800"/>
              <a:t>租约</a:t>
            </a:r>
            <a:endParaRPr lang="zh-CN" altLang="en-US" sz="1800"/>
          </a:p>
          <a:p>
            <a:pPr lvl="1">
              <a:buClr>
                <a:schemeClr val="accent2"/>
              </a:buClr>
            </a:pPr>
            <a:r>
              <a:rPr lang="zh-CN" altLang="en-US" sz="1600"/>
              <a:t>就是</a:t>
            </a:r>
            <a:r>
              <a:rPr lang="en-US" altLang="zh-CN" sz="1600"/>
              <a:t>dhcp</a:t>
            </a:r>
            <a:r>
              <a:rPr lang="zh-CN" altLang="en-US" sz="1600"/>
              <a:t>服务器指定的时间长度，在此长度内客户机可以使用分配给它的地址，如果租约到期，客户机必须更新</a:t>
            </a:r>
            <a:r>
              <a:rPr lang="en-US" altLang="zh-CN" sz="1600"/>
              <a:t>ip</a:t>
            </a:r>
            <a:r>
              <a:rPr lang="zh-CN" altLang="en-US" sz="1600"/>
              <a:t>租约。</a:t>
            </a:r>
            <a:endParaRPr lang="zh-CN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083" name="标题 2082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en-US" altLang="zh-CN"/>
              <a:t>DHCP</a:t>
            </a:r>
            <a:r>
              <a:rPr lang="zh-CN" altLang="en-US"/>
              <a:t>的常用概念</a:t>
            </a:r>
            <a:endParaRPr lang="zh-CN" altLang="en-US"/>
          </a:p>
        </p:txBody>
      </p:sp>
      <p:sp>
        <p:nvSpPr>
          <p:cNvPr id="2084" name="文本占位符 2083"/>
          <p:cNvSpPr/>
          <p:nvPr>
            <p:ph type="body" idx="4294967295"/>
          </p:nvPr>
        </p:nvSpPr>
        <p:spPr>
          <a:xfrm>
            <a:off x="457200" y="1981200"/>
            <a:ext cx="8229600" cy="4191000"/>
          </a:xfrm>
        </p:spPr>
        <p:txBody>
          <a:bodyPr/>
          <a:p>
            <a:pPr>
              <a:buClr>
                <a:schemeClr val="bg2"/>
              </a:buClr>
            </a:pPr>
            <a:r>
              <a:rPr lang="zh-CN" altLang="en-US" sz="1800"/>
              <a:t>保留地址</a:t>
            </a:r>
            <a:endParaRPr lang="zh-CN" altLang="en-US" sz="1800"/>
          </a:p>
          <a:p>
            <a:pPr lvl="1">
              <a:buClr>
                <a:schemeClr val="accent2"/>
              </a:buClr>
            </a:pPr>
            <a:r>
              <a:rPr lang="zh-CN" altLang="en-US" sz="1600"/>
              <a:t>用户可以使用保留地址，保留地址提供了一个将动态地址和其</a:t>
            </a:r>
            <a:r>
              <a:rPr lang="en-US" altLang="zh-CN" sz="1600"/>
              <a:t>MAC</a:t>
            </a:r>
            <a:r>
              <a:rPr lang="zh-CN" altLang="en-US" sz="1600"/>
              <a:t>地址相关联的手段。用于保证此网卡长期使用某个</a:t>
            </a:r>
            <a:r>
              <a:rPr lang="en-US" altLang="zh-CN" sz="1600"/>
              <a:t>IP</a:t>
            </a:r>
            <a:r>
              <a:rPr lang="zh-CN" altLang="en-US" sz="1600"/>
              <a:t>地址。</a:t>
            </a:r>
            <a:endParaRPr lang="zh-CN" altLang="en-US" sz="1600"/>
          </a:p>
          <a:p>
            <a:pPr>
              <a:buClr>
                <a:schemeClr val="bg2"/>
              </a:buClr>
            </a:pPr>
            <a:r>
              <a:rPr lang="zh-CN" altLang="en-US" sz="1800"/>
              <a:t>选项类型。</a:t>
            </a:r>
            <a:endParaRPr lang="zh-CN" altLang="en-US" sz="1800"/>
          </a:p>
          <a:p>
            <a:pPr lvl="1">
              <a:buClr>
                <a:schemeClr val="accent2"/>
              </a:buClr>
            </a:pPr>
            <a:r>
              <a:rPr lang="zh-CN" altLang="en-US" sz="1600"/>
              <a:t>这是</a:t>
            </a:r>
            <a:r>
              <a:rPr lang="en-US" altLang="zh-CN" sz="1600"/>
              <a:t>DCHP</a:t>
            </a:r>
            <a:r>
              <a:rPr lang="zh-CN" altLang="en-US" sz="1600"/>
              <a:t>为工作站提供的其它参数，比如网关的</a:t>
            </a:r>
            <a:r>
              <a:rPr lang="en-US" altLang="zh-CN" sz="1600"/>
              <a:t>IP</a:t>
            </a:r>
            <a:r>
              <a:rPr lang="zh-CN" altLang="en-US" sz="1600"/>
              <a:t>地址，</a:t>
            </a:r>
            <a:r>
              <a:rPr lang="en-US" altLang="zh-CN" sz="1600"/>
              <a:t>dns</a:t>
            </a:r>
            <a:r>
              <a:rPr lang="zh-CN" altLang="en-US" sz="1600"/>
              <a:t>服务器等。</a:t>
            </a:r>
            <a:endParaRPr lang="zh-CN" altLang="en-US" sz="1600"/>
          </a:p>
          <a:p>
            <a:pPr>
              <a:buClr>
                <a:schemeClr val="bg2"/>
              </a:buClr>
            </a:pPr>
            <a:r>
              <a:rPr lang="en-US" altLang="zh-CN" sz="1800"/>
              <a:t>DHCP</a:t>
            </a:r>
            <a:r>
              <a:rPr lang="zh-CN" altLang="en-US" sz="1800"/>
              <a:t>客户</a:t>
            </a:r>
            <a:endParaRPr lang="zh-CN" altLang="en-US" sz="1800"/>
          </a:p>
          <a:p>
            <a:pPr lvl="1">
              <a:buClr>
                <a:schemeClr val="accent2"/>
              </a:buClr>
            </a:pPr>
            <a:r>
              <a:rPr lang="en-US" altLang="zh-CN" sz="1600"/>
              <a:t>DHCP</a:t>
            </a:r>
            <a:r>
              <a:rPr lang="zh-CN" altLang="en-US" sz="1600"/>
              <a:t>客户是一通过</a:t>
            </a:r>
            <a:r>
              <a:rPr lang="en-US" altLang="zh-CN" sz="1600"/>
              <a:t>DHCP</a:t>
            </a:r>
            <a:r>
              <a:rPr lang="zh-CN" altLang="en-US" sz="1600"/>
              <a:t>来获得网络配置参数的</a:t>
            </a:r>
            <a:r>
              <a:rPr lang="en-US" altLang="zh-CN" sz="1600"/>
              <a:t>Internet</a:t>
            </a:r>
            <a:r>
              <a:rPr lang="zh-CN" altLang="en-US" sz="1600"/>
              <a:t>主机，通常就是普通用户的工作站。</a:t>
            </a:r>
            <a:endParaRPr lang="zh-CN" altLang="en-US" sz="1600"/>
          </a:p>
          <a:p>
            <a:pPr>
              <a:buClr>
                <a:schemeClr val="bg2"/>
              </a:buClr>
            </a:pPr>
            <a:r>
              <a:rPr lang="en-US" altLang="zh-CN" sz="1800"/>
              <a:t>DHCP</a:t>
            </a:r>
            <a:r>
              <a:rPr lang="zh-CN" altLang="en-US" sz="1800"/>
              <a:t>服务器</a:t>
            </a:r>
            <a:endParaRPr lang="zh-CN" altLang="en-US" sz="1800"/>
          </a:p>
          <a:p>
            <a:pPr lvl="1">
              <a:buClr>
                <a:schemeClr val="accent2"/>
              </a:buClr>
            </a:pPr>
            <a:r>
              <a:rPr lang="en-US" altLang="zh-CN" sz="1600"/>
              <a:t>DHCP</a:t>
            </a:r>
            <a:r>
              <a:rPr lang="zh-CN" altLang="en-US" sz="1600"/>
              <a:t>服务器是提供网络设置参数给</a:t>
            </a:r>
            <a:r>
              <a:rPr lang="en-US" altLang="zh-CN" sz="1600"/>
              <a:t>DHCP</a:t>
            </a:r>
            <a:r>
              <a:rPr lang="zh-CN" altLang="en-US" sz="1600"/>
              <a:t>客户的</a:t>
            </a:r>
            <a:r>
              <a:rPr lang="en-US" altLang="zh-CN" sz="1600"/>
              <a:t>Internet</a:t>
            </a:r>
            <a:r>
              <a:rPr lang="zh-CN" altLang="en-US" sz="1600"/>
              <a:t>主机。</a:t>
            </a:r>
            <a:endParaRPr lang="zh-CN" altLang="en-US" sz="1600"/>
          </a:p>
          <a:p>
            <a:pPr>
              <a:buClr>
                <a:schemeClr val="bg2"/>
              </a:buClr>
            </a:pPr>
            <a:r>
              <a:rPr lang="en-US" altLang="zh-CN" sz="1800"/>
              <a:t>DHCP/BOOTP </a:t>
            </a:r>
            <a:r>
              <a:rPr lang="zh-CN" altLang="en-US" sz="1800"/>
              <a:t>中继代理</a:t>
            </a:r>
            <a:endParaRPr lang="zh-CN" altLang="en-US" sz="1800"/>
          </a:p>
          <a:p>
            <a:pPr lvl="1">
              <a:buClr>
                <a:schemeClr val="accent2"/>
              </a:buClr>
            </a:pPr>
            <a:r>
              <a:rPr lang="zh-CN" altLang="en-US" sz="1600"/>
              <a:t>在</a:t>
            </a:r>
            <a:r>
              <a:rPr lang="en-US" altLang="zh-CN" sz="1600"/>
              <a:t>DHCP</a:t>
            </a:r>
            <a:r>
              <a:rPr lang="zh-CN" altLang="en-US" sz="1600"/>
              <a:t>客户和服务器之间转发 </a:t>
            </a:r>
            <a:r>
              <a:rPr lang="en-US" altLang="zh-CN" sz="1600"/>
              <a:t>DHCP </a:t>
            </a:r>
            <a:r>
              <a:rPr lang="zh-CN" altLang="en-US" sz="1600"/>
              <a:t>消息的主机或路由器。</a:t>
            </a:r>
            <a:endParaRPr lang="zh-CN" alt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087" name="标题 2086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en-US" altLang="zh-CN"/>
              <a:t>DHCP</a:t>
            </a:r>
            <a:r>
              <a:rPr lang="zh-CN" altLang="en-US"/>
              <a:t>分配</a:t>
            </a:r>
            <a:r>
              <a:rPr lang="en-US" altLang="zh-CN"/>
              <a:t>IP</a:t>
            </a:r>
            <a:r>
              <a:rPr lang="zh-CN" altLang="en-US"/>
              <a:t>地址的过程</a:t>
            </a:r>
            <a:endParaRPr lang="zh-CN" altLang="en-US"/>
          </a:p>
        </p:txBody>
      </p:sp>
      <p:sp>
        <p:nvSpPr>
          <p:cNvPr id="2088" name="文本占位符 2087"/>
          <p:cNvSpPr/>
          <p:nvPr>
            <p:ph type="body" idx="4294967295"/>
          </p:nvPr>
        </p:nvSpPr>
        <p:spPr>
          <a:xfrm>
            <a:off x="457200" y="1981200"/>
            <a:ext cx="8229600" cy="4648200"/>
          </a:xfrm>
        </p:spPr>
        <p:txBody>
          <a:bodyPr/>
          <a:p>
            <a:pPr>
              <a:buClr>
                <a:schemeClr val="bg2"/>
              </a:buClr>
            </a:pPr>
            <a:r>
              <a:rPr lang="en-US" altLang="zh-CN" sz="1800"/>
              <a:t>DHCP</a:t>
            </a:r>
            <a:r>
              <a:rPr lang="zh-CN" altLang="en-US" sz="1800"/>
              <a:t>客户机初始化</a:t>
            </a:r>
            <a:r>
              <a:rPr lang="en-US" altLang="zh-CN" sz="1800"/>
              <a:t>TCP/IP</a:t>
            </a:r>
            <a:r>
              <a:rPr lang="zh-CN" altLang="en-US" sz="1800"/>
              <a:t>，在本地物理子网上广播一个请求消息， 以确定</a:t>
            </a:r>
            <a:r>
              <a:rPr lang="en-US" altLang="zh-CN" sz="1800"/>
              <a:t>DHCP</a:t>
            </a:r>
            <a:r>
              <a:rPr lang="zh-CN" altLang="en-US" sz="1800"/>
              <a:t>服务器位置及其</a:t>
            </a:r>
            <a:r>
              <a:rPr lang="en-US" altLang="zh-CN" sz="1800"/>
              <a:t>IP</a:t>
            </a:r>
            <a:r>
              <a:rPr lang="zh-CN" altLang="en-US" sz="1800"/>
              <a:t>地址。</a:t>
            </a:r>
            <a:endParaRPr lang="zh-CN" altLang="en-US" sz="1800"/>
          </a:p>
          <a:p>
            <a:pPr>
              <a:buClr>
                <a:schemeClr val="bg2"/>
              </a:buClr>
            </a:pPr>
            <a:r>
              <a:rPr lang="zh-CN" altLang="en-US" sz="1800"/>
              <a:t>如果</a:t>
            </a:r>
            <a:r>
              <a:rPr lang="en-US" altLang="zh-CN" sz="1800"/>
              <a:t>DHCP</a:t>
            </a:r>
            <a:r>
              <a:rPr lang="zh-CN" altLang="en-US" sz="1800"/>
              <a:t>服务器和客户不在同一个物理子网上，</a:t>
            </a:r>
            <a:r>
              <a:rPr lang="en-US" altLang="zh-CN" sz="1800"/>
              <a:t>BOOTP</a:t>
            </a:r>
            <a:r>
              <a:rPr lang="zh-CN" altLang="en-US" sz="1800"/>
              <a:t>中继代理将转发这个消息给</a:t>
            </a:r>
            <a:r>
              <a:rPr lang="en-US" altLang="zh-CN" sz="1800"/>
              <a:t>DHCP</a:t>
            </a:r>
            <a:r>
              <a:rPr lang="zh-CN" altLang="en-US" sz="1800"/>
              <a:t>服务器。</a:t>
            </a:r>
            <a:endParaRPr lang="zh-CN" altLang="en-US" sz="1800"/>
          </a:p>
          <a:p>
            <a:pPr>
              <a:buClr>
                <a:schemeClr val="bg2"/>
              </a:buClr>
            </a:pPr>
            <a:r>
              <a:rPr lang="zh-CN" altLang="en-US" sz="1800"/>
              <a:t>由于网络上可能不止一个</a:t>
            </a:r>
            <a:r>
              <a:rPr lang="en-US" altLang="zh-CN" sz="1800"/>
              <a:t>DHCP</a:t>
            </a:r>
            <a:r>
              <a:rPr lang="zh-CN" altLang="en-US" sz="1800"/>
              <a:t>服务器，凡所有具有有效</a:t>
            </a:r>
            <a:r>
              <a:rPr lang="en-US" altLang="zh-CN" sz="1800"/>
              <a:t>IP</a:t>
            </a:r>
            <a:r>
              <a:rPr lang="zh-CN" altLang="en-US" sz="1800"/>
              <a:t>地址信息的</a:t>
            </a:r>
            <a:r>
              <a:rPr lang="en-US" altLang="zh-CN" sz="1800"/>
              <a:t>DHCP</a:t>
            </a:r>
            <a:r>
              <a:rPr lang="zh-CN" altLang="en-US" sz="1800"/>
              <a:t>服务器向客户机发出一个提议。</a:t>
            </a:r>
            <a:endParaRPr lang="zh-CN" altLang="en-US" sz="1800"/>
          </a:p>
          <a:p>
            <a:pPr>
              <a:buClr>
                <a:schemeClr val="bg2"/>
              </a:buClr>
            </a:pPr>
            <a:r>
              <a:rPr lang="zh-CN" altLang="en-US" sz="1800"/>
              <a:t>客户机从接收到的第一个提议中选定</a:t>
            </a:r>
            <a:r>
              <a:rPr lang="en-US" altLang="zh-CN" sz="1800"/>
              <a:t>IP</a:t>
            </a:r>
            <a:r>
              <a:rPr lang="zh-CN" altLang="en-US" sz="1800"/>
              <a:t>地址信息，并广播一条租用地址的消息请求。</a:t>
            </a:r>
            <a:endParaRPr lang="zh-CN" altLang="en-US" sz="1800"/>
          </a:p>
          <a:p>
            <a:pPr>
              <a:buClr>
                <a:schemeClr val="bg2"/>
              </a:buClr>
            </a:pPr>
            <a:r>
              <a:rPr lang="zh-CN" altLang="en-US" sz="1800"/>
              <a:t>由发出该提议的</a:t>
            </a:r>
            <a:r>
              <a:rPr lang="en-US" altLang="zh-CN" sz="1800"/>
              <a:t>DHCP</a:t>
            </a:r>
            <a:r>
              <a:rPr lang="zh-CN" altLang="en-US" sz="1800"/>
              <a:t>服务器响应该消息，指定</a:t>
            </a:r>
            <a:r>
              <a:rPr lang="en-US" altLang="zh-CN" sz="1800"/>
              <a:t>IP</a:t>
            </a:r>
            <a:r>
              <a:rPr lang="zh-CN" altLang="en-US" sz="1800"/>
              <a:t>地址信息给该客户机并发送一个确认，而所有其它</a:t>
            </a:r>
            <a:r>
              <a:rPr lang="en-US" altLang="zh-CN" sz="1800"/>
              <a:t>DHCP</a:t>
            </a:r>
            <a:r>
              <a:rPr lang="zh-CN" altLang="en-US" sz="1800"/>
              <a:t>服务器撤回各自的提议。</a:t>
            </a:r>
            <a:endParaRPr lang="zh-CN" altLang="en-US" sz="1800"/>
          </a:p>
          <a:p>
            <a:pPr>
              <a:buClr>
                <a:schemeClr val="bg2"/>
              </a:buClr>
            </a:pPr>
            <a:r>
              <a:rPr lang="zh-CN" altLang="en-US" sz="1800"/>
              <a:t>客户机完成</a:t>
            </a:r>
            <a:r>
              <a:rPr lang="en-US" altLang="zh-CN" sz="1800"/>
              <a:t>TCP/IP</a:t>
            </a:r>
            <a:r>
              <a:rPr lang="zh-CN" altLang="en-US" sz="1800"/>
              <a:t>协议的初始化和绑定。配置完成后，客户机就可以使用普通网络通信和连接至其它</a:t>
            </a:r>
            <a:r>
              <a:rPr lang="en-US" altLang="zh-CN" sz="1800"/>
              <a:t>IP</a:t>
            </a:r>
            <a:r>
              <a:rPr lang="zh-CN" altLang="en-US" sz="1800"/>
              <a:t>主机时用到的所有</a:t>
            </a:r>
            <a:r>
              <a:rPr lang="en-US" altLang="zh-CN" sz="1800"/>
              <a:t>IP</a:t>
            </a:r>
            <a:r>
              <a:rPr lang="zh-CN" altLang="en-US" sz="1800"/>
              <a:t>服务和应用。</a:t>
            </a:r>
            <a:endParaRPr lang="zh-CN" altLang="en-US" sz="1800"/>
          </a:p>
          <a:p>
            <a:pPr>
              <a:buClr>
                <a:schemeClr val="bg2"/>
              </a:buClr>
            </a:pPr>
            <a:r>
              <a:rPr lang="zh-CN" altLang="en-US" sz="1800"/>
              <a:t>注意：</a:t>
            </a:r>
            <a:r>
              <a:rPr lang="en-US" altLang="zh-CN" sz="1800"/>
              <a:t>dhcpd</a:t>
            </a:r>
            <a:r>
              <a:rPr lang="zh-CN" altLang="en-US" sz="1800"/>
              <a:t>默认监听</a:t>
            </a:r>
            <a:r>
              <a:rPr lang="en-US" altLang="zh-CN" sz="1800"/>
              <a:t>udp</a:t>
            </a:r>
            <a:r>
              <a:rPr lang="zh-CN" altLang="en-US" sz="1800"/>
              <a:t>端口</a:t>
            </a:r>
            <a:r>
              <a:rPr lang="en-US" altLang="zh-CN" sz="1800"/>
              <a:t>67</a:t>
            </a:r>
            <a:r>
              <a:rPr lang="zh-CN" altLang="en-US" sz="1800"/>
              <a:t>。</a:t>
            </a:r>
            <a:r>
              <a:rPr lang="en-US" altLang="zh-CN" sz="1800"/>
              <a:t>DHCP</a:t>
            </a:r>
            <a:r>
              <a:rPr lang="zh-CN" altLang="en-US" sz="1800"/>
              <a:t>服务器在比指定的</a:t>
            </a:r>
            <a:r>
              <a:rPr lang="en-US" altLang="zh-CN" sz="1800"/>
              <a:t>udp</a:t>
            </a:r>
            <a:r>
              <a:rPr lang="zh-CN" altLang="en-US" sz="1800"/>
              <a:t>端口大一位的端口号码上把回应传输给</a:t>
            </a:r>
            <a:r>
              <a:rPr lang="en-US" altLang="zh-CN" sz="1800"/>
              <a:t>DHCP</a:t>
            </a:r>
            <a:r>
              <a:rPr lang="zh-CN" altLang="en-US" sz="1800"/>
              <a:t>客户。譬如，如果你使用了默认的端口</a:t>
            </a:r>
            <a:r>
              <a:rPr lang="en-US" altLang="zh-CN" sz="1800"/>
              <a:t>67</a:t>
            </a:r>
            <a:r>
              <a:rPr lang="zh-CN" altLang="en-US" sz="1800"/>
              <a:t>，服务器就会在端口</a:t>
            </a:r>
            <a:r>
              <a:rPr lang="en-US" altLang="zh-CN" sz="1800"/>
              <a:t>67</a:t>
            </a:r>
            <a:r>
              <a:rPr lang="zh-CN" altLang="en-US" sz="1800"/>
              <a:t>上监听请求，然后在端口</a:t>
            </a:r>
            <a:r>
              <a:rPr lang="en-US" altLang="zh-CN" sz="1800"/>
              <a:t>68</a:t>
            </a:r>
            <a:r>
              <a:rPr lang="zh-CN" altLang="en-US" sz="1800"/>
              <a:t>上回应客户。</a:t>
            </a:r>
            <a:endParaRPr lang="zh-CN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091" name="标题 2090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 b="1"/>
              <a:t>安装前注意</a:t>
            </a:r>
            <a:endParaRPr lang="zh-CN" altLang="en-US" b="1"/>
          </a:p>
        </p:txBody>
      </p:sp>
      <p:sp>
        <p:nvSpPr>
          <p:cNvPr id="2092" name="文本占位符 2091"/>
          <p:cNvSpPr/>
          <p:nvPr>
            <p:ph type="body" idx="4294967295"/>
          </p:nvPr>
        </p:nvSpPr>
        <p:spPr>
          <a:xfrm>
            <a:off x="457200" y="1981200"/>
            <a:ext cx="8229600" cy="4572000"/>
          </a:xfrm>
        </p:spPr>
        <p:txBody>
          <a:bodyPr/>
          <a:p>
            <a:pPr algn="l">
              <a:lnSpc>
                <a:spcPct val="100000"/>
              </a:lnSpc>
              <a:buClr>
                <a:schemeClr val="bg2"/>
              </a:buClr>
            </a:pPr>
            <a:r>
              <a:rPr lang="en-US" altLang="zh-CN" sz="1800"/>
              <a:t>dhcp服务安装命令：</a:t>
            </a:r>
            <a:endParaRPr lang="en-US" altLang="zh-CN" sz="1800"/>
          </a:p>
          <a:p>
            <a:pPr marL="800100" lvl="2" indent="-342900" algn="l">
              <a:lnSpc>
                <a:spcPct val="100000"/>
              </a:lnSpc>
              <a:buClr>
                <a:schemeClr val="bg2"/>
              </a:buClr>
              <a:buChar char="n"/>
            </a:pPr>
            <a:r>
              <a:rPr lang="en-US" altLang="zh-CN" sz="1540">
                <a:latin typeface="+mn-lt"/>
                <a:ea typeface="+mn-ea"/>
              </a:rPr>
              <a:t>sudo apt install isc-dhcp-server</a:t>
            </a:r>
            <a:endParaRPr lang="en-US" altLang="zh-CN" sz="1540">
              <a:latin typeface="+mn-lt"/>
              <a:ea typeface="+mn-ea"/>
            </a:endParaRPr>
          </a:p>
          <a:p>
            <a:pPr algn="l">
              <a:lnSpc>
                <a:spcPct val="100000"/>
              </a:lnSpc>
              <a:buClr>
                <a:schemeClr val="bg2"/>
              </a:buClr>
            </a:pPr>
            <a:r>
              <a:rPr lang="en-US" altLang="zh-CN" sz="1800"/>
              <a:t>常用的手动启动命令：</a:t>
            </a:r>
            <a:endParaRPr lang="en-US" altLang="zh-CN" sz="1800"/>
          </a:p>
          <a:p>
            <a:pPr marL="800100" lvl="2" indent="-342900" algn="l">
              <a:lnSpc>
                <a:spcPct val="100000"/>
              </a:lnSpc>
              <a:buClr>
                <a:schemeClr val="bg2"/>
              </a:buClr>
              <a:buChar char="n"/>
            </a:pPr>
            <a:r>
              <a:rPr lang="en-US" altLang="zh-CN" sz="1540">
                <a:latin typeface="+mn-lt"/>
                <a:ea typeface="+mn-ea"/>
              </a:rPr>
              <a:t>/user/sbin/dhcpd  -p &lt;portnum&gt; </a:t>
            </a:r>
            <a:endParaRPr lang="en-US" altLang="zh-CN" sz="1540">
              <a:latin typeface="+mn-lt"/>
              <a:ea typeface="+mn-ea"/>
            </a:endParaRPr>
          </a:p>
          <a:p>
            <a:pPr marL="1257300" lvl="4" indent="-342900" algn="l">
              <a:lnSpc>
                <a:spcPct val="100000"/>
              </a:lnSpc>
              <a:buClr>
                <a:schemeClr val="bg2"/>
              </a:buClr>
            </a:pPr>
            <a:r>
              <a:rPr lang="en-US" altLang="zh-CN" sz="1500">
                <a:latin typeface="+mn-lt"/>
                <a:ea typeface="+mn-ea"/>
              </a:rPr>
              <a:t>指定dhcpd应该监听的 udp 端口号码</a:t>
            </a:r>
            <a:endParaRPr lang="en-US" altLang="zh-CN" sz="1500">
              <a:latin typeface="+mn-lt"/>
              <a:ea typeface="+mn-ea"/>
            </a:endParaRPr>
          </a:p>
          <a:p>
            <a:pPr marL="800100" lvl="2" indent="-342900" algn="l">
              <a:lnSpc>
                <a:spcPct val="100000"/>
              </a:lnSpc>
              <a:buClr>
                <a:schemeClr val="bg2"/>
              </a:buClr>
              <a:buChar char="n"/>
            </a:pPr>
            <a:r>
              <a:rPr lang="en-US" altLang="zh-CN" sz="1540">
                <a:latin typeface="+mn-lt"/>
                <a:ea typeface="+mn-ea"/>
              </a:rPr>
              <a:t>/user/sbin/dhcpd -cf &lt;conf&gt; </a:t>
            </a:r>
            <a:endParaRPr lang="en-US" altLang="zh-CN" sz="1540">
              <a:latin typeface="+mn-lt"/>
              <a:ea typeface="+mn-ea"/>
            </a:endParaRPr>
          </a:p>
          <a:p>
            <a:pPr marL="1257300" lvl="4" indent="-342900" algn="l">
              <a:lnSpc>
                <a:spcPct val="100000"/>
              </a:lnSpc>
              <a:buClr>
                <a:schemeClr val="bg2"/>
              </a:buClr>
            </a:pPr>
            <a:r>
              <a:rPr lang="en-US" altLang="zh-CN" sz="1500">
                <a:latin typeface="+mn-lt"/>
                <a:ea typeface="+mn-ea"/>
              </a:rPr>
              <a:t>指定配置文件的位置。</a:t>
            </a:r>
            <a:endParaRPr lang="en-US" altLang="zh-CN" sz="1500">
              <a:latin typeface="+mn-lt"/>
              <a:ea typeface="+mn-ea"/>
            </a:endParaRPr>
          </a:p>
          <a:p>
            <a:pPr marL="342900" lvl="0" indent="-342900" algn="l">
              <a:lnSpc>
                <a:spcPct val="100000"/>
              </a:lnSpc>
              <a:buClr>
                <a:schemeClr val="bg2"/>
              </a:buClr>
              <a:buChar char="n"/>
            </a:pPr>
            <a:r>
              <a:rPr lang="en-US" altLang="zh-CN" sz="1800">
                <a:sym typeface="+mn-ea"/>
              </a:rPr>
              <a:t>dhcpd默认的配置文件是/etc/dhcp/dhcpd.conf，这是一个文本文件，dhcpd里有一个语法分析器，能对这个文件进行语法分析，获得配置参数。dhcpd.conf 格式是递归下降的，关键字大小写敏感，可以有注释，注释以#开头，一直到该行结束。这里给出一个简单的dhcpd.conf的例子，所服务的网络为C类保留网络 192.168.1.0</a:t>
            </a:r>
            <a:endParaRPr lang="en-US" altLang="zh-CN" sz="1800"/>
          </a:p>
          <a:p>
            <a:pPr marL="342900" lvl="0" indent="-342900">
              <a:lnSpc>
                <a:spcPct val="90000"/>
              </a:lnSpc>
              <a:buClr>
                <a:schemeClr val="bg2"/>
              </a:buClr>
              <a:buFont typeface="Wingdings" panose="05000000000000000000" charset="0"/>
              <a:buChar char="n"/>
            </a:pPr>
            <a:endParaRPr lang="zh-CN" altLang="en-US" sz="2400">
              <a:solidFill>
                <a:schemeClr val="tx1"/>
              </a:solidFill>
            </a:endParaRPr>
          </a:p>
          <a:p>
            <a:pPr marL="914400" lvl="2" indent="0">
              <a:lnSpc>
                <a:spcPct val="90000"/>
              </a:lnSpc>
              <a:buClr>
                <a:schemeClr val="bg2"/>
              </a:buClr>
              <a:buNone/>
            </a:pPr>
            <a:endParaRPr lang="zh-CN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099" name="标题 2098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 b="1"/>
              <a:t>配置概述</a:t>
            </a:r>
            <a:endParaRPr lang="zh-CN" altLang="en-US" b="1"/>
          </a:p>
        </p:txBody>
      </p:sp>
      <p:sp>
        <p:nvSpPr>
          <p:cNvPr id="2100" name="文本占位符 2099"/>
          <p:cNvSpPr/>
          <p:nvPr>
            <p:ph type="body" idx="4294967295"/>
          </p:nvPr>
        </p:nvSpPr>
        <p:spPr/>
        <p:txBody>
          <a:bodyPr/>
          <a:p>
            <a:pPr>
              <a:buClr>
                <a:schemeClr val="bg2"/>
              </a:buClr>
            </a:pPr>
            <a:r>
              <a:rPr lang="en-US" altLang="zh-CN" sz="1800"/>
              <a:t>dhcpd.conf</a:t>
            </a:r>
            <a:r>
              <a:rPr lang="zh-CN" altLang="en-US" sz="1800"/>
              <a:t>配置文件有点象</a:t>
            </a:r>
            <a:r>
              <a:rPr lang="en-US" altLang="zh-CN" sz="1800"/>
              <a:t>C</a:t>
            </a:r>
            <a:r>
              <a:rPr lang="zh-CN" altLang="en-US" sz="1800"/>
              <a:t>的源程序风格，由</a:t>
            </a:r>
            <a:r>
              <a:rPr lang="zh-CN" altLang="en-US" sz="1800">
                <a:solidFill>
                  <a:srgbClr val="EF8877"/>
                </a:solidFill>
              </a:rPr>
              <a:t>声明</a:t>
            </a:r>
            <a:r>
              <a:rPr lang="zh-CN" altLang="en-US" sz="1800"/>
              <a:t>和</a:t>
            </a:r>
            <a:r>
              <a:rPr lang="zh-CN" altLang="en-US" sz="1800">
                <a:solidFill>
                  <a:srgbClr val="EF8877"/>
                </a:solidFill>
              </a:rPr>
              <a:t>参数</a:t>
            </a:r>
            <a:r>
              <a:rPr lang="zh-CN" altLang="en-US" sz="1800"/>
              <a:t>两大类语句构成</a:t>
            </a:r>
            <a:endParaRPr lang="zh-CN" altLang="en-US" sz="1800"/>
          </a:p>
          <a:p>
            <a:pPr lvl="1">
              <a:buClr>
                <a:schemeClr val="accent2"/>
              </a:buClr>
            </a:pPr>
            <a:r>
              <a:rPr lang="zh-CN" altLang="en-US" sz="1600"/>
              <a:t>声明语句是描述网络的拓扑，用来表明网络上的客户、要提供给客户的</a:t>
            </a:r>
            <a:r>
              <a:rPr lang="en-US" altLang="zh-CN" sz="1600"/>
              <a:t>IP</a:t>
            </a:r>
            <a:r>
              <a:rPr lang="zh-CN" altLang="en-US" sz="1600"/>
              <a:t>地址、提供一个参数组给一组声明等。</a:t>
            </a:r>
            <a:endParaRPr lang="zh-CN" altLang="en-US" sz="1600"/>
          </a:p>
          <a:p>
            <a:pPr lvl="1">
              <a:buClr>
                <a:schemeClr val="accent2"/>
              </a:buClr>
            </a:pPr>
            <a:r>
              <a:rPr lang="zh-CN" altLang="en-US" sz="1600"/>
              <a:t>参数类语句主要告诉</a:t>
            </a:r>
            <a:r>
              <a:rPr lang="en-US" altLang="zh-CN" sz="1600"/>
              <a:t>dhcpd</a:t>
            </a:r>
            <a:r>
              <a:rPr lang="zh-CN" altLang="en-US" sz="1600"/>
              <a:t>网络参数，如租约的时间、网关、</a:t>
            </a:r>
            <a:r>
              <a:rPr lang="en-US" altLang="zh-CN" sz="1600"/>
              <a:t>DNS</a:t>
            </a:r>
            <a:r>
              <a:rPr lang="zh-CN" altLang="en-US" sz="1600"/>
              <a:t>等</a:t>
            </a:r>
            <a:endParaRPr lang="zh-CN" altLang="en-US" sz="1600"/>
          </a:p>
          <a:p>
            <a:pPr>
              <a:buClr>
                <a:schemeClr val="bg2"/>
              </a:buClr>
            </a:pPr>
            <a:r>
              <a:rPr lang="zh-CN" altLang="en-US" sz="1800"/>
              <a:t>描述作用域的声明语句有</a:t>
            </a:r>
            <a:r>
              <a:rPr lang="en-US" altLang="zh-CN" sz="1800"/>
              <a:t>subnet</a:t>
            </a:r>
            <a:r>
              <a:rPr lang="zh-CN" altLang="en-US" sz="1800"/>
              <a:t>声明。如果要给一个子网里的客户动态指定</a:t>
            </a:r>
            <a:r>
              <a:rPr lang="en-US" altLang="zh-CN" sz="1800"/>
              <a:t>IP</a:t>
            </a:r>
            <a:r>
              <a:rPr lang="zh-CN" altLang="en-US" sz="1800"/>
              <a:t>地址，那么在</a:t>
            </a:r>
            <a:r>
              <a:rPr lang="en-US" altLang="zh-CN" sz="1800"/>
              <a:t>subnet</a:t>
            </a:r>
            <a:r>
              <a:rPr lang="zh-CN" altLang="en-US" sz="1800"/>
              <a:t>声明里必须有一个</a:t>
            </a:r>
            <a:r>
              <a:rPr lang="en-US" altLang="zh-CN" sz="1800"/>
              <a:t>range</a:t>
            </a:r>
            <a:r>
              <a:rPr lang="zh-CN" altLang="en-US" sz="1800"/>
              <a:t>声明，说明地址范围。如果要给</a:t>
            </a:r>
            <a:r>
              <a:rPr lang="en-US" altLang="zh-CN" sz="1800"/>
              <a:t>DHCP</a:t>
            </a:r>
            <a:r>
              <a:rPr lang="zh-CN" altLang="en-US" sz="1800"/>
              <a:t>客户静态指定</a:t>
            </a:r>
            <a:r>
              <a:rPr lang="en-US" altLang="zh-CN" sz="1800"/>
              <a:t>IP</a:t>
            </a:r>
            <a:r>
              <a:rPr lang="zh-CN" altLang="en-US" sz="1800"/>
              <a:t>地址，那么每个这样客户都要有一个</a:t>
            </a:r>
            <a:r>
              <a:rPr lang="en-US" altLang="zh-CN" sz="1800"/>
              <a:t>host</a:t>
            </a:r>
            <a:r>
              <a:rPr lang="zh-CN" altLang="en-US" sz="1800"/>
              <a:t>声明。对于每个要提供服务的与</a:t>
            </a:r>
            <a:r>
              <a:rPr lang="en-US" altLang="zh-CN" sz="1800"/>
              <a:t>DHCP</a:t>
            </a:r>
            <a:r>
              <a:rPr lang="zh-CN" altLang="en-US" sz="1800"/>
              <a:t>服务器连接的子网，都要有一个</a:t>
            </a:r>
            <a:r>
              <a:rPr lang="en-US" altLang="zh-CN" sz="1800"/>
              <a:t>subnet</a:t>
            </a:r>
            <a:r>
              <a:rPr lang="zh-CN" altLang="en-US" sz="1800"/>
              <a:t>声明，即使这是个没有</a:t>
            </a:r>
            <a:r>
              <a:rPr lang="en-US" altLang="zh-CN" sz="1800"/>
              <a:t>IP</a:t>
            </a:r>
            <a:r>
              <a:rPr lang="zh-CN" altLang="en-US" sz="1800"/>
              <a:t>地址要动态分配的子网。</a:t>
            </a:r>
            <a:endParaRPr lang="zh-CN" altLang="en-US" sz="1800"/>
          </a:p>
          <a:p>
            <a:pPr>
              <a:buClr>
                <a:schemeClr val="bg2"/>
              </a:buClr>
            </a:pPr>
            <a:r>
              <a:rPr lang="zh-CN" altLang="en-US" sz="1800"/>
              <a:t>如果</a:t>
            </a:r>
            <a:r>
              <a:rPr lang="en-US" altLang="zh-CN" sz="1800"/>
              <a:t>option</a:t>
            </a:r>
            <a:r>
              <a:rPr lang="zh-CN" altLang="en-US" sz="1800"/>
              <a:t>参数配置在一个</a:t>
            </a:r>
            <a:r>
              <a:rPr lang="en-US" altLang="zh-CN" sz="1800"/>
              <a:t>subnet</a:t>
            </a:r>
            <a:r>
              <a:rPr lang="zh-CN" altLang="en-US" sz="1800"/>
              <a:t>函数内部，则这些参数仅对该</a:t>
            </a:r>
            <a:r>
              <a:rPr lang="en-US" altLang="zh-CN" sz="1800"/>
              <a:t>subnet</a:t>
            </a:r>
            <a:r>
              <a:rPr lang="zh-CN" altLang="en-US" sz="1800"/>
              <a:t>作用域有效；如果</a:t>
            </a:r>
            <a:r>
              <a:rPr lang="en-US" altLang="zh-CN" sz="1800"/>
              <a:t>option</a:t>
            </a:r>
            <a:r>
              <a:rPr lang="zh-CN" altLang="en-US" sz="1800"/>
              <a:t>参数配置在</a:t>
            </a:r>
            <a:r>
              <a:rPr lang="en-US" altLang="zh-CN" sz="1800"/>
              <a:t>subnet</a:t>
            </a:r>
            <a:r>
              <a:rPr lang="zh-CN" altLang="en-US" sz="1800"/>
              <a:t>外部，则参数对整个</a:t>
            </a:r>
            <a:r>
              <a:rPr lang="en-US" altLang="zh-CN" sz="1800"/>
              <a:t>DHCP</a:t>
            </a:r>
            <a:r>
              <a:rPr lang="zh-CN" altLang="en-US" sz="1800"/>
              <a:t>服务生效（相当于全局参数）。</a:t>
            </a:r>
            <a:endParaRPr lang="zh-CN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03" name="标题 2102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 sz="4000" b="1"/>
              <a:t>声明类语句</a:t>
            </a:r>
            <a:r>
              <a:rPr lang="en-US" altLang="zh-CN" sz="4000"/>
              <a:t>——share-network </a:t>
            </a:r>
            <a:r>
              <a:rPr lang="zh-CN" altLang="en-US" sz="4000"/>
              <a:t>语句 </a:t>
            </a:r>
            <a:endParaRPr lang="zh-CN" altLang="en-US" sz="4000"/>
          </a:p>
        </p:txBody>
      </p:sp>
      <p:sp>
        <p:nvSpPr>
          <p:cNvPr id="2104" name="文本占位符 2103"/>
          <p:cNvSpPr/>
          <p:nvPr>
            <p:ph type="body" idx="4294967295"/>
          </p:nvPr>
        </p:nvSpPr>
        <p:spPr>
          <a:xfrm>
            <a:off x="457200" y="1981200"/>
            <a:ext cx="8229600" cy="4495800"/>
          </a:xfrm>
        </p:spPr>
        <p:txBody>
          <a:bodyPr/>
          <a:p>
            <a:pPr>
              <a:buClr>
                <a:schemeClr val="bg2"/>
              </a:buClr>
            </a:pPr>
            <a:r>
              <a:rPr lang="en-US" altLang="zh-CN" sz="1600"/>
              <a:t>share-network </a:t>
            </a:r>
            <a:r>
              <a:rPr lang="zh-CN" altLang="en-US" sz="1600"/>
              <a:t>语句</a:t>
            </a:r>
            <a:br>
              <a:rPr lang="zh-CN" altLang="en-US" sz="1600"/>
            </a:br>
            <a:r>
              <a:rPr lang="en-US" altLang="zh-CN" sz="1600"/>
              <a:t>shared-network name {</a:t>
            </a:r>
            <a:br>
              <a:rPr lang="en-US" altLang="zh-CN" sz="1600"/>
            </a:br>
            <a:r>
              <a:rPr lang="en-US" altLang="zh-CN" sz="1600"/>
              <a:t>[ </a:t>
            </a:r>
            <a:r>
              <a:rPr lang="zh-CN" altLang="en-US" sz="1600"/>
              <a:t>参数 </a:t>
            </a:r>
            <a:r>
              <a:rPr lang="en-US" altLang="zh-CN" sz="1600"/>
              <a:t>]</a:t>
            </a:r>
            <a:br>
              <a:rPr lang="en-US" altLang="zh-CN" sz="1600"/>
            </a:br>
            <a:r>
              <a:rPr lang="en-US" altLang="zh-CN" sz="1600"/>
              <a:t>[ </a:t>
            </a:r>
            <a:r>
              <a:rPr lang="zh-CN" altLang="en-US" sz="1600"/>
              <a:t>声明 </a:t>
            </a:r>
            <a:r>
              <a:rPr lang="en-US" altLang="zh-CN" sz="1600"/>
              <a:t>]    }</a:t>
            </a:r>
            <a:br>
              <a:rPr lang="en-US" altLang="zh-CN" sz="1600"/>
            </a:br>
            <a:r>
              <a:rPr lang="en-US" altLang="en-US" sz="1600"/>
              <a:t>所有共享同一物理网络的子网应该在 shared-network 声明之内声明。share-network 用于告诉DHCP服务器某些IP子网其实是共享同一个物理网络。任何一个在共享物理网络里的子网都必须声明在 share-network 语句里。当属于其子网里的客户启动时，将获得在share-network语句里指定参数，除非这些参数被subnet 或 host 里的参数覆盖。实例：</a:t>
            </a:r>
            <a:endParaRPr lang="en-US" altLang="en-US" sz="1600"/>
          </a:p>
          <a:p>
            <a:pPr lvl="1">
              <a:buClr>
                <a:schemeClr val="accent2"/>
              </a:buClr>
              <a:buNone/>
            </a:pPr>
            <a:r>
              <a:rPr lang="en-US" altLang="zh-CN" sz="1400"/>
              <a:t>shared-network share1 {</a:t>
            </a:r>
            <a:endParaRPr lang="en-US" altLang="zh-CN" sz="1400"/>
          </a:p>
          <a:p>
            <a:pPr lvl="1">
              <a:buClr>
                <a:schemeClr val="accent2"/>
              </a:buClr>
              <a:buNone/>
            </a:pPr>
            <a:r>
              <a:rPr lang="en-US" altLang="zh-CN" sz="1400"/>
              <a:t>subnet 145.252.1.0 netmask 255.255.255.0 {</a:t>
            </a:r>
            <a:endParaRPr lang="en-US" altLang="zh-CN" sz="1400"/>
          </a:p>
          <a:p>
            <a:pPr lvl="1">
              <a:buClr>
                <a:schemeClr val="accent2"/>
              </a:buClr>
              <a:buNone/>
            </a:pPr>
            <a:r>
              <a:rPr lang="en-US" altLang="zh-CN" sz="1400"/>
              <a:t>range 145.252.1.10 145.252.1.253;</a:t>
            </a:r>
            <a:endParaRPr lang="en-US" altLang="zh-CN" sz="1400"/>
          </a:p>
          <a:p>
            <a:pPr lvl="1">
              <a:buClr>
                <a:schemeClr val="accent2"/>
              </a:buClr>
              <a:buNone/>
            </a:pPr>
            <a:r>
              <a:rPr lang="en-US" altLang="zh-CN" sz="1400"/>
              <a:t>……;}</a:t>
            </a:r>
            <a:endParaRPr lang="en-US" altLang="zh-CN" sz="1400"/>
          </a:p>
          <a:p>
            <a:pPr lvl="1">
              <a:buClr>
                <a:schemeClr val="accent2"/>
              </a:buClr>
              <a:buNone/>
            </a:pPr>
            <a:r>
              <a:rPr lang="en-US" altLang="zh-CN" sz="1400"/>
              <a:t>subnet 145.252.2.0 netmask 255.255.255.0 {</a:t>
            </a:r>
            <a:endParaRPr lang="en-US" altLang="zh-CN" sz="1400"/>
          </a:p>
          <a:p>
            <a:pPr lvl="1">
              <a:buClr>
                <a:schemeClr val="accent2"/>
              </a:buClr>
              <a:buNone/>
            </a:pPr>
            <a:r>
              <a:rPr lang="en-US" altLang="zh-CN" sz="1400"/>
              <a:t>range 145.252.2.10 145.252.1.253;</a:t>
            </a:r>
            <a:endParaRPr lang="en-US" altLang="zh-CN" sz="1400"/>
          </a:p>
          <a:p>
            <a:pPr lvl="1">
              <a:buClr>
                <a:schemeClr val="accent2"/>
              </a:buClr>
              <a:buNone/>
            </a:pPr>
            <a:r>
              <a:rPr lang="en-US" altLang="zh-CN" sz="1400"/>
              <a:t>……;}} </a:t>
            </a:r>
            <a:endParaRPr lang="en-US" altLang="zh-CN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07" name="标题 2106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 b="1"/>
              <a:t>声明类语句</a:t>
            </a:r>
            <a:r>
              <a:rPr lang="en-US" altLang="zh-CN"/>
              <a:t>——subnet</a:t>
            </a:r>
            <a:r>
              <a:rPr lang="zh-CN" altLang="en-US"/>
              <a:t>语句</a:t>
            </a:r>
            <a:endParaRPr lang="zh-CN" altLang="en-US"/>
          </a:p>
        </p:txBody>
      </p:sp>
      <p:sp>
        <p:nvSpPr>
          <p:cNvPr id="2108" name="文本占位符 2107"/>
          <p:cNvSpPr/>
          <p:nvPr>
            <p:ph type="body" idx="4294967295"/>
          </p:nvPr>
        </p:nvSpPr>
        <p:spPr>
          <a:xfrm>
            <a:off x="457200" y="1981200"/>
            <a:ext cx="8229600" cy="4495800"/>
          </a:xfrm>
        </p:spPr>
        <p:txBody>
          <a:bodyPr/>
          <a:p>
            <a:pPr>
              <a:buClr>
                <a:schemeClr val="bg2"/>
              </a:buClr>
            </a:pPr>
            <a:r>
              <a:rPr lang="en-US" altLang="zh-CN" sz="2000"/>
              <a:t>subnet </a:t>
            </a:r>
            <a:r>
              <a:rPr lang="en-US" altLang="zh-CN" sz="2000" i="1"/>
              <a:t>subnet-number</a:t>
            </a:r>
            <a:r>
              <a:rPr lang="en-US" altLang="zh-CN" sz="2000"/>
              <a:t> netmask </a:t>
            </a:r>
            <a:r>
              <a:rPr lang="en-US" altLang="zh-CN" sz="2000" i="1"/>
              <a:t>netmask</a:t>
            </a:r>
            <a:r>
              <a:rPr lang="en-US" altLang="zh-CN" sz="2000"/>
              <a:t> {</a:t>
            </a:r>
            <a:endParaRPr lang="en-US" altLang="zh-CN" sz="2000"/>
          </a:p>
          <a:p>
            <a:pPr>
              <a:buClr>
                <a:schemeClr val="bg2"/>
              </a:buClr>
            </a:pPr>
            <a:r>
              <a:rPr lang="en-US" altLang="zh-CN" sz="2000"/>
              <a:t>[ </a:t>
            </a:r>
            <a:r>
              <a:rPr lang="zh-CN" altLang="en-US" sz="2000"/>
              <a:t>参数 </a:t>
            </a:r>
            <a:r>
              <a:rPr lang="en-US" altLang="zh-CN" sz="2000"/>
              <a:t>]</a:t>
            </a:r>
            <a:endParaRPr lang="en-US" altLang="zh-CN" sz="2000"/>
          </a:p>
          <a:p>
            <a:pPr>
              <a:buClr>
                <a:schemeClr val="bg2"/>
              </a:buClr>
            </a:pPr>
            <a:r>
              <a:rPr lang="en-US" altLang="zh-CN" sz="2000"/>
              <a:t>[ </a:t>
            </a:r>
            <a:r>
              <a:rPr lang="zh-CN" altLang="en-US" sz="2000"/>
              <a:t>声明 </a:t>
            </a:r>
            <a:r>
              <a:rPr lang="en-US" altLang="zh-CN" sz="2000"/>
              <a:t>] }</a:t>
            </a:r>
            <a:endParaRPr lang="en-US" altLang="zh-CN" sz="2000"/>
          </a:p>
          <a:p>
            <a:pPr>
              <a:buClr>
                <a:schemeClr val="bg2"/>
              </a:buClr>
            </a:pPr>
            <a:r>
              <a:rPr lang="en-US" altLang="zh-CN" sz="2000"/>
              <a:t>subnet </a:t>
            </a:r>
            <a:r>
              <a:rPr lang="zh-CN" altLang="en-US" sz="2000"/>
              <a:t>语句用于提供足够的信息来阐明一个</a:t>
            </a:r>
            <a:r>
              <a:rPr lang="en-US" altLang="zh-CN" sz="2000"/>
              <a:t>IP</a:t>
            </a:r>
            <a:r>
              <a:rPr lang="zh-CN" altLang="en-US" sz="2000"/>
              <a:t>地址是否属于该子网。也可以提供指定的子网参数和指明那些属于该子网的</a:t>
            </a:r>
            <a:r>
              <a:rPr lang="en-US" altLang="zh-CN" sz="2000"/>
              <a:t>IP</a:t>
            </a:r>
            <a:r>
              <a:rPr lang="zh-CN" altLang="en-US" sz="2000"/>
              <a:t>地址可以动态分配给客户，这些</a:t>
            </a:r>
            <a:r>
              <a:rPr lang="en-US" altLang="zh-CN" sz="2000"/>
              <a:t>IP</a:t>
            </a:r>
            <a:r>
              <a:rPr lang="zh-CN" altLang="en-US" sz="2000"/>
              <a:t>地址必须在 </a:t>
            </a:r>
            <a:r>
              <a:rPr lang="en-US" altLang="zh-CN" sz="2000"/>
              <a:t>range </a:t>
            </a:r>
            <a:r>
              <a:rPr lang="zh-CN" altLang="en-US" sz="2000"/>
              <a:t>声明里指定。</a:t>
            </a:r>
            <a:r>
              <a:rPr lang="en-US" altLang="zh-CN" sz="2000"/>
              <a:t>subnet-number </a:t>
            </a:r>
            <a:r>
              <a:rPr lang="zh-CN" altLang="en-US" sz="2000"/>
              <a:t>可以是个</a:t>
            </a:r>
            <a:r>
              <a:rPr lang="en-US" altLang="zh-CN" sz="2000"/>
              <a:t>IP</a:t>
            </a:r>
            <a:r>
              <a:rPr lang="zh-CN" altLang="en-US" sz="2000"/>
              <a:t>地址或能被解析到这个子网的子网号的域名。</a:t>
            </a:r>
            <a:r>
              <a:rPr lang="en-US" altLang="zh-CN" sz="2000"/>
              <a:t>netmask </a:t>
            </a:r>
            <a:r>
              <a:rPr lang="zh-CN" altLang="en-US" sz="2000"/>
              <a:t>可以是个</a:t>
            </a:r>
            <a:r>
              <a:rPr lang="en-US" altLang="zh-CN" sz="2000"/>
              <a:t>IP</a:t>
            </a:r>
            <a:r>
              <a:rPr lang="zh-CN" altLang="en-US" sz="2000"/>
              <a:t>地址或能被解析到这个子网的掩码的域名。实例：</a:t>
            </a:r>
            <a:endParaRPr lang="zh-CN" altLang="en-US" sz="2000"/>
          </a:p>
          <a:p>
            <a:pPr lvl="2">
              <a:buClr>
                <a:schemeClr val="bg2"/>
              </a:buClr>
              <a:buNone/>
            </a:pPr>
            <a:r>
              <a:rPr lang="en-US" altLang="zh-CN" sz="1600"/>
              <a:t>subnet 192.168.1.0 netmask 255.255.255.0 {</a:t>
            </a:r>
            <a:endParaRPr lang="en-US" altLang="zh-CN" sz="1600"/>
          </a:p>
          <a:p>
            <a:pPr lvl="2">
              <a:buClr>
                <a:schemeClr val="bg2"/>
              </a:buClr>
              <a:buNone/>
            </a:pPr>
            <a:r>
              <a:rPr lang="en-US" altLang="zh-CN" sz="1600"/>
              <a:t># </a:t>
            </a:r>
            <a:r>
              <a:rPr lang="zh-CN" altLang="en-US" sz="1600"/>
              <a:t>允许</a:t>
            </a:r>
            <a:r>
              <a:rPr lang="en-US" altLang="zh-CN" sz="1600"/>
              <a:t>DHCP</a:t>
            </a:r>
            <a:r>
              <a:rPr lang="zh-CN" altLang="en-US" sz="1600"/>
              <a:t>服务器分配</a:t>
            </a:r>
            <a:r>
              <a:rPr lang="en-US" altLang="zh-CN" sz="1600"/>
              <a:t>192.168.1.10-100</a:t>
            </a:r>
            <a:r>
              <a:rPr lang="zh-CN" altLang="en-US" sz="1600"/>
              <a:t>地址给客户</a:t>
            </a:r>
            <a:endParaRPr lang="zh-CN" altLang="en-US" sz="1600"/>
          </a:p>
          <a:p>
            <a:pPr lvl="2">
              <a:buClr>
                <a:schemeClr val="bg2"/>
              </a:buClr>
              <a:buNone/>
            </a:pPr>
            <a:r>
              <a:rPr lang="en-US" altLang="zh-CN" sz="1600"/>
              <a:t>range 192.168.1.10 192.168.1.100;</a:t>
            </a:r>
            <a:endParaRPr lang="en-US" altLang="zh-CN" sz="1600"/>
          </a:p>
          <a:p>
            <a:pPr lvl="2">
              <a:buClr>
                <a:schemeClr val="bg2"/>
              </a:buClr>
              <a:buNone/>
            </a:pPr>
            <a:r>
              <a:rPr lang="en-US" altLang="zh-CN" sz="1600"/>
              <a:t># </a:t>
            </a:r>
            <a:r>
              <a:rPr lang="zh-CN" altLang="en-US" sz="1600"/>
              <a:t>允许</a:t>
            </a:r>
            <a:r>
              <a:rPr lang="en-US" altLang="zh-CN" sz="1600"/>
              <a:t>DHCP</a:t>
            </a:r>
            <a:r>
              <a:rPr lang="zh-CN" altLang="en-US" sz="1600"/>
              <a:t>服务器分配</a:t>
            </a:r>
            <a:r>
              <a:rPr lang="en-US" altLang="zh-CN" sz="1600"/>
              <a:t>192.168.1.150-200</a:t>
            </a:r>
            <a:r>
              <a:rPr lang="zh-CN" altLang="en-US" sz="1600"/>
              <a:t>地址给客户 </a:t>
            </a:r>
            <a:endParaRPr lang="zh-CN" altLang="en-US" sz="1600"/>
          </a:p>
          <a:p>
            <a:pPr lvl="2">
              <a:buClr>
                <a:schemeClr val="bg2"/>
              </a:buClr>
              <a:buNone/>
            </a:pPr>
            <a:r>
              <a:rPr lang="en-US" altLang="zh-CN" sz="1600"/>
              <a:t>range 192.168.1.150 192.168.1.200;  }</a:t>
            </a:r>
            <a:endParaRPr lang="en-US" altLang="zh-CN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11" name="标题 2110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 b="1"/>
              <a:t>声明类语句</a:t>
            </a:r>
            <a:r>
              <a:rPr lang="en-US" altLang="zh-CN"/>
              <a:t>——group</a:t>
            </a:r>
            <a:r>
              <a:rPr lang="zh-CN" altLang="en-US"/>
              <a:t>语句</a:t>
            </a:r>
            <a:endParaRPr lang="zh-CN" altLang="en-US"/>
          </a:p>
        </p:txBody>
      </p:sp>
      <p:sp>
        <p:nvSpPr>
          <p:cNvPr id="2112" name="文本占位符 2111"/>
          <p:cNvSpPr/>
          <p:nvPr>
            <p:ph type="body" idx="4294967295"/>
          </p:nvPr>
        </p:nvSpPr>
        <p:spPr/>
        <p:txBody>
          <a:bodyPr/>
          <a:p>
            <a:pPr>
              <a:buClr>
                <a:schemeClr val="bg2"/>
              </a:buClr>
            </a:pPr>
            <a:r>
              <a:rPr lang="en-US" altLang="zh-CN" sz="2400"/>
              <a:t>group </a:t>
            </a:r>
            <a:r>
              <a:rPr lang="zh-CN" altLang="en-US" sz="2400"/>
              <a:t>声明可以用来把全局参数应用到一组声明中。例如，你可以组合共享的网络、子网、主机或其它组群。</a:t>
            </a:r>
            <a:endParaRPr lang="zh-CN" altLang="en-US" sz="2400"/>
          </a:p>
          <a:p>
            <a:pPr lvl="2">
              <a:buClr>
                <a:schemeClr val="bg2"/>
              </a:buClr>
              <a:buNone/>
            </a:pPr>
            <a:r>
              <a:rPr lang="en-US" altLang="zh-CN" sz="1800"/>
              <a:t>group {</a:t>
            </a:r>
            <a:endParaRPr lang="en-US" altLang="zh-CN" sz="1800"/>
          </a:p>
          <a:p>
            <a:pPr lvl="2">
              <a:buClr>
                <a:schemeClr val="bg2"/>
              </a:buClr>
              <a:buNone/>
            </a:pPr>
            <a:r>
              <a:rPr lang="zh-CN" altLang="en-US" sz="1800"/>
              <a:t>组特定参数</a:t>
            </a:r>
            <a:r>
              <a:rPr lang="en-US" altLang="zh-CN" sz="1800"/>
              <a:t>...</a:t>
            </a:r>
            <a:endParaRPr lang="en-US" altLang="zh-CN" sz="1800"/>
          </a:p>
          <a:p>
            <a:pPr lvl="2">
              <a:buClr>
                <a:schemeClr val="bg2"/>
              </a:buClr>
              <a:buNone/>
            </a:pPr>
            <a:r>
              <a:rPr lang="en-US" altLang="zh-CN" sz="1800"/>
              <a:t>host ws1.domain {</a:t>
            </a:r>
            <a:endParaRPr lang="en-US" altLang="zh-CN" sz="1800"/>
          </a:p>
          <a:p>
            <a:pPr lvl="2">
              <a:buClr>
                <a:schemeClr val="bg2"/>
              </a:buClr>
              <a:buNone/>
            </a:pPr>
            <a:r>
              <a:rPr lang="zh-CN" altLang="en-US" sz="1800"/>
              <a:t>特定主机参数</a:t>
            </a:r>
            <a:r>
              <a:rPr lang="en-US" altLang="zh-CN" sz="1800"/>
              <a:t>...  }</a:t>
            </a:r>
            <a:endParaRPr lang="en-US" altLang="zh-CN" sz="1800"/>
          </a:p>
          <a:p>
            <a:pPr lvl="2">
              <a:buClr>
                <a:schemeClr val="bg2"/>
              </a:buClr>
              <a:buNone/>
            </a:pPr>
            <a:r>
              <a:rPr lang="en-US" altLang="zh-CN" sz="1800"/>
              <a:t>host ws2.domain {</a:t>
            </a:r>
            <a:endParaRPr lang="en-US" altLang="zh-CN" sz="1800"/>
          </a:p>
          <a:p>
            <a:pPr lvl="2">
              <a:buClr>
                <a:schemeClr val="bg2"/>
              </a:buClr>
              <a:buNone/>
            </a:pPr>
            <a:r>
              <a:rPr lang="zh-CN" altLang="en-US" sz="1800"/>
              <a:t>特定主机参数</a:t>
            </a:r>
            <a:r>
              <a:rPr lang="en-US" altLang="zh-CN" sz="1800"/>
              <a:t>...  }</a:t>
            </a:r>
            <a:endParaRPr lang="en-US" altLang="zh-CN" sz="1800"/>
          </a:p>
          <a:p>
            <a:pPr lvl="2">
              <a:buClr>
                <a:schemeClr val="bg2"/>
              </a:buClr>
              <a:buNone/>
            </a:pPr>
            <a:r>
              <a:rPr lang="en-US" altLang="zh-CN" sz="1800"/>
              <a:t>host ws3.domain {</a:t>
            </a:r>
            <a:endParaRPr lang="en-US" altLang="zh-CN" sz="1800"/>
          </a:p>
          <a:p>
            <a:pPr lvl="2">
              <a:buClr>
                <a:schemeClr val="bg2"/>
              </a:buClr>
              <a:buNone/>
            </a:pPr>
            <a:r>
              <a:rPr lang="zh-CN" altLang="en-US" sz="1800"/>
              <a:t>特定主机参数</a:t>
            </a:r>
            <a:r>
              <a:rPr lang="en-US" altLang="zh-CN" sz="1800"/>
              <a:t>...  }</a:t>
            </a:r>
            <a:endParaRPr lang="en-US" altLang="zh-CN" sz="1800"/>
          </a:p>
          <a:p>
            <a:pPr lvl="2">
              <a:buClr>
                <a:schemeClr val="bg2"/>
              </a:buClr>
              <a:buNone/>
            </a:pPr>
            <a:r>
              <a:rPr lang="en-US" altLang="zh-CN" sz="1800"/>
              <a:t>}</a:t>
            </a:r>
            <a:endParaRPr lang="en-US" altLang="zh-CN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15" name="标题 2114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 b="1"/>
              <a:t>声明类语句</a:t>
            </a:r>
            <a:endParaRPr lang="zh-CN" altLang="en-US"/>
          </a:p>
        </p:txBody>
      </p:sp>
      <p:sp>
        <p:nvSpPr>
          <p:cNvPr id="2116" name="文本占位符 2115"/>
          <p:cNvSpPr/>
          <p:nvPr>
            <p:ph type="body" idx="4294967295"/>
          </p:nvPr>
        </p:nvSpPr>
        <p:spPr/>
        <p:txBody>
          <a:bodyPr/>
          <a:p>
            <a:pPr>
              <a:lnSpc>
                <a:spcPct val="90000"/>
              </a:lnSpc>
              <a:buClr>
                <a:schemeClr val="bg2"/>
              </a:buClr>
            </a:pPr>
            <a:r>
              <a:rPr lang="en-US" altLang="zh-CN" sz="2400"/>
              <a:t>range </a:t>
            </a:r>
            <a:r>
              <a:rPr lang="zh-CN" altLang="en-US" sz="2400"/>
              <a:t>语句</a:t>
            </a:r>
            <a:endParaRPr lang="zh-CN" altLang="en-US" sz="2400"/>
          </a:p>
          <a:p>
            <a:pPr lvl="1">
              <a:lnSpc>
                <a:spcPct val="90000"/>
              </a:lnSpc>
              <a:buClr>
                <a:schemeClr val="accent2"/>
              </a:buClr>
              <a:buNone/>
            </a:pPr>
            <a:r>
              <a:rPr lang="en-US" altLang="zh-CN" sz="2000"/>
              <a:t>range [ dynamic-bootp ] low-address [ high-address];</a:t>
            </a:r>
            <a:endParaRPr lang="en-US" altLang="zh-CN" sz="2000"/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r>
              <a:rPr lang="zh-CN" altLang="en-US" sz="2000"/>
              <a:t>对于任何一个有动态分配</a:t>
            </a:r>
            <a:r>
              <a:rPr lang="en-US" altLang="zh-CN" sz="2000"/>
              <a:t>IP</a:t>
            </a:r>
            <a:r>
              <a:rPr lang="zh-CN" altLang="en-US" sz="2000"/>
              <a:t>地址的</a:t>
            </a:r>
            <a:r>
              <a:rPr lang="en-US" altLang="zh-CN" sz="2000"/>
              <a:t>subnet</a:t>
            </a:r>
            <a:r>
              <a:rPr lang="zh-CN" altLang="en-US" sz="2000"/>
              <a:t>语句里，至少要有一个 </a:t>
            </a:r>
            <a:r>
              <a:rPr lang="en-US" altLang="zh-CN" sz="2000"/>
              <a:t>range </a:t>
            </a:r>
            <a:r>
              <a:rPr lang="zh-CN" altLang="en-US" sz="2000"/>
              <a:t>语句，用来指明要分配的</a:t>
            </a:r>
            <a:r>
              <a:rPr lang="en-US" altLang="zh-CN" sz="2000"/>
              <a:t>IP</a:t>
            </a:r>
            <a:r>
              <a:rPr lang="zh-CN" altLang="en-US" sz="2000"/>
              <a:t>地址的范围。如果只指定一个要分配的</a:t>
            </a:r>
            <a:r>
              <a:rPr lang="en-US" altLang="zh-CN" sz="2000"/>
              <a:t>IP</a:t>
            </a:r>
            <a:r>
              <a:rPr lang="zh-CN" altLang="en-US" sz="2000"/>
              <a:t>地址，高地址部分可以省略。</a:t>
            </a:r>
            <a:endParaRPr lang="zh-CN" altLang="en-US" sz="2000"/>
          </a:p>
          <a:p>
            <a:pPr>
              <a:lnSpc>
                <a:spcPct val="90000"/>
              </a:lnSpc>
              <a:buClr>
                <a:schemeClr val="bg2"/>
              </a:buClr>
            </a:pPr>
            <a:r>
              <a:rPr lang="en-US" altLang="zh-CN" sz="2400"/>
              <a:t>host </a:t>
            </a:r>
            <a:r>
              <a:rPr lang="zh-CN" altLang="en-US" sz="2400"/>
              <a:t>语句：</a:t>
            </a:r>
            <a:endParaRPr lang="zh-CN" altLang="en-US" sz="2400"/>
          </a:p>
          <a:p>
            <a:pPr lvl="1">
              <a:lnSpc>
                <a:spcPct val="90000"/>
              </a:lnSpc>
              <a:buClr>
                <a:schemeClr val="accent2"/>
              </a:buClr>
              <a:buNone/>
            </a:pPr>
            <a:r>
              <a:rPr lang="en-US" altLang="zh-CN" sz="2000"/>
              <a:t>host hostname {</a:t>
            </a:r>
            <a:endParaRPr lang="en-US" altLang="zh-CN" sz="2000"/>
          </a:p>
          <a:p>
            <a:pPr lvl="1">
              <a:lnSpc>
                <a:spcPct val="90000"/>
              </a:lnSpc>
              <a:buClr>
                <a:schemeClr val="accent2"/>
              </a:buClr>
              <a:buNone/>
            </a:pPr>
            <a:r>
              <a:rPr lang="en-US" altLang="zh-CN" sz="2000"/>
              <a:t>[ </a:t>
            </a:r>
            <a:r>
              <a:rPr lang="zh-CN" altLang="en-US" sz="2000"/>
              <a:t>参数 </a:t>
            </a:r>
            <a:r>
              <a:rPr lang="en-US" altLang="zh-CN" sz="2000"/>
              <a:t>]</a:t>
            </a:r>
            <a:endParaRPr lang="en-US" altLang="zh-CN" sz="2000"/>
          </a:p>
          <a:p>
            <a:pPr lvl="1">
              <a:lnSpc>
                <a:spcPct val="90000"/>
              </a:lnSpc>
              <a:buClr>
                <a:schemeClr val="accent2"/>
              </a:buClr>
              <a:buNone/>
            </a:pPr>
            <a:r>
              <a:rPr lang="en-US" altLang="zh-CN" sz="2000"/>
              <a:t>[ </a:t>
            </a:r>
            <a:r>
              <a:rPr lang="zh-CN" altLang="en-US" sz="2000"/>
              <a:t>声明 </a:t>
            </a:r>
            <a:r>
              <a:rPr lang="en-US" altLang="zh-CN" sz="2000"/>
              <a:t>]  }</a:t>
            </a:r>
            <a:endParaRPr lang="en-US" altLang="zh-CN" sz="2000"/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r>
              <a:rPr lang="en-US" altLang="zh-CN" sz="2000"/>
              <a:t>host</a:t>
            </a:r>
            <a:r>
              <a:rPr lang="zh-CN" altLang="en-US" sz="2000"/>
              <a:t>语句的作用是为特定的客户机提供网络信息。</a:t>
            </a:r>
            <a:endParaRPr lang="zh-CN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19" name="标题 2118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 b="1"/>
              <a:t>参数类语句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20" name="文本占位符 2119"/>
          <p:cNvSpPr/>
          <p:nvPr>
            <p:ph type="body" idx="4294967295"/>
          </p:nvPr>
        </p:nvSpPr>
        <p:spPr>
          <a:xfrm>
            <a:off x="457200" y="1981200"/>
            <a:ext cx="8229600" cy="4267200"/>
          </a:xfrm>
        </p:spPr>
        <p:txBody>
          <a:bodyPr/>
          <a:p>
            <a:pPr>
              <a:buClr>
                <a:schemeClr val="bg2"/>
              </a:buClr>
            </a:pPr>
            <a:r>
              <a:rPr lang="en-US" altLang="zh-CN" sz="2800"/>
              <a:t>default-lease-time </a:t>
            </a:r>
            <a:r>
              <a:rPr lang="zh-CN" altLang="en-US" sz="2800"/>
              <a:t>语句</a:t>
            </a:r>
            <a:endParaRPr lang="zh-CN" altLang="en-US" sz="2800"/>
          </a:p>
          <a:p>
            <a:pPr lvl="1">
              <a:buClr>
                <a:schemeClr val="accent2"/>
              </a:buClr>
            </a:pPr>
            <a:r>
              <a:rPr lang="en-US" altLang="zh-CN" sz="2400"/>
              <a:t>default-lease-time time; </a:t>
            </a:r>
            <a:endParaRPr lang="en-US" altLang="zh-CN" sz="2400"/>
          </a:p>
          <a:p>
            <a:pPr lvl="1">
              <a:buClr>
                <a:schemeClr val="accent2"/>
              </a:buClr>
            </a:pPr>
            <a:r>
              <a:rPr lang="zh-CN" altLang="en-US" sz="2400"/>
              <a:t>指定缺省租约时间，这里的</a:t>
            </a:r>
            <a:r>
              <a:rPr lang="en-US" altLang="zh-CN" sz="2400"/>
              <a:t>time</a:t>
            </a:r>
            <a:r>
              <a:rPr lang="zh-CN" altLang="en-US" sz="2400"/>
              <a:t>是以秒为单位的。如果</a:t>
            </a:r>
            <a:r>
              <a:rPr lang="en-US" altLang="zh-CN" sz="2400"/>
              <a:t>DHCP</a:t>
            </a:r>
            <a:r>
              <a:rPr lang="zh-CN" altLang="en-US" sz="2400"/>
              <a:t>客户在请求一个租约但没有指定租约的失效时间，租约时间就是缺省租约时间。</a:t>
            </a:r>
            <a:endParaRPr lang="zh-CN" altLang="en-US" sz="2400"/>
          </a:p>
          <a:p>
            <a:pPr>
              <a:buClr>
                <a:schemeClr val="bg2"/>
              </a:buClr>
            </a:pPr>
            <a:r>
              <a:rPr lang="en-US" altLang="zh-CN" sz="2800"/>
              <a:t>max-lease-time </a:t>
            </a:r>
            <a:r>
              <a:rPr lang="zh-CN" altLang="en-US" sz="2800"/>
              <a:t>语句</a:t>
            </a:r>
            <a:endParaRPr lang="zh-CN" altLang="en-US" sz="2800"/>
          </a:p>
          <a:p>
            <a:pPr lvl="1">
              <a:buClr>
                <a:schemeClr val="accent2"/>
              </a:buClr>
            </a:pPr>
            <a:r>
              <a:rPr lang="en-US" altLang="zh-CN" sz="2400"/>
              <a:t>max-lease-time time; </a:t>
            </a:r>
            <a:endParaRPr lang="en-US" altLang="zh-CN" sz="2400"/>
          </a:p>
          <a:p>
            <a:pPr lvl="1">
              <a:buClr>
                <a:schemeClr val="accent2"/>
              </a:buClr>
            </a:pPr>
            <a:r>
              <a:rPr lang="zh-CN" altLang="en-US" sz="2400"/>
              <a:t>最大的租约时间。如果</a:t>
            </a:r>
            <a:r>
              <a:rPr lang="en-US" altLang="zh-CN" sz="2400"/>
              <a:t>DHCP</a:t>
            </a:r>
            <a:r>
              <a:rPr lang="zh-CN" altLang="en-US" sz="2400"/>
              <a:t>在请求租约时间时有发出特定的租约失效时间的请求，则用最大租约时间。</a:t>
            </a:r>
            <a:endParaRPr lang="zh-CN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23" name="标题 2122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 b="1"/>
              <a:t>参数类语句</a:t>
            </a:r>
            <a:endParaRPr lang="zh-CN" altLang="en-US" b="1"/>
          </a:p>
        </p:txBody>
      </p:sp>
      <p:sp>
        <p:nvSpPr>
          <p:cNvPr id="2124" name="文本占位符 2123"/>
          <p:cNvSpPr/>
          <p:nvPr>
            <p:ph type="body" idx="4294967295"/>
          </p:nvPr>
        </p:nvSpPr>
        <p:spPr>
          <a:xfrm>
            <a:off x="457200" y="1981200"/>
            <a:ext cx="8229600" cy="4267200"/>
          </a:xfrm>
        </p:spPr>
        <p:txBody>
          <a:bodyPr/>
          <a:p>
            <a:pPr>
              <a:buClr>
                <a:schemeClr val="bg2"/>
              </a:buClr>
            </a:pPr>
            <a:r>
              <a:rPr lang="en-US" altLang="zh-CN" sz="2000"/>
              <a:t>hardware </a:t>
            </a:r>
            <a:r>
              <a:rPr lang="zh-CN" altLang="en-US" sz="2000"/>
              <a:t>语句</a:t>
            </a:r>
            <a:endParaRPr lang="zh-CN" altLang="en-US" sz="2000"/>
          </a:p>
          <a:p>
            <a:pPr lvl="1">
              <a:buClr>
                <a:schemeClr val="accent2"/>
              </a:buClr>
            </a:pPr>
            <a:r>
              <a:rPr lang="en-US" altLang="zh-CN" sz="1800"/>
              <a:t>hardware hardware-type hardware-address; </a:t>
            </a:r>
            <a:endParaRPr lang="en-US" altLang="zh-CN" sz="1800"/>
          </a:p>
          <a:p>
            <a:pPr lvl="1">
              <a:buClr>
                <a:schemeClr val="accent2"/>
              </a:buClr>
            </a:pPr>
            <a:r>
              <a:rPr lang="zh-CN" altLang="en-US" sz="1800"/>
              <a:t>指明物理硬件接口类型（如：</a:t>
            </a:r>
            <a:r>
              <a:rPr lang="en-US" altLang="zh-CN" sz="1800"/>
              <a:t>ethernet</a:t>
            </a:r>
            <a:r>
              <a:rPr lang="zh-CN" altLang="en-US" sz="1800"/>
              <a:t>）和硬件地址。硬件地址由</a:t>
            </a:r>
            <a:r>
              <a:rPr lang="en-US" altLang="zh-CN" sz="1800"/>
              <a:t>6</a:t>
            </a:r>
            <a:r>
              <a:rPr lang="zh-CN" altLang="en-US" sz="1800"/>
              <a:t>个</a:t>
            </a:r>
            <a:r>
              <a:rPr lang="en-US" altLang="zh-CN" sz="1800"/>
              <a:t>8</a:t>
            </a:r>
            <a:r>
              <a:rPr lang="zh-CN" altLang="en-US" sz="1800"/>
              <a:t>位组构成，每个</a:t>
            </a:r>
            <a:r>
              <a:rPr lang="en-US" altLang="zh-CN" sz="1800"/>
              <a:t>8</a:t>
            </a:r>
            <a:r>
              <a:rPr lang="zh-CN" altLang="en-US" sz="1800"/>
              <a:t>位组以“：”隔开。如</a:t>
            </a:r>
            <a:r>
              <a:rPr lang="en-US" altLang="zh-CN" sz="1800"/>
              <a:t>00</a:t>
            </a:r>
            <a:r>
              <a:rPr lang="zh-CN" altLang="en-US" sz="1800"/>
              <a:t>：</a:t>
            </a:r>
            <a:r>
              <a:rPr lang="en-US" altLang="zh-CN" sz="1800"/>
              <a:t>00</a:t>
            </a:r>
            <a:r>
              <a:rPr lang="zh-CN" altLang="en-US" sz="1800"/>
              <a:t>：</a:t>
            </a:r>
            <a:r>
              <a:rPr lang="en-US" altLang="zh-CN" sz="1800"/>
              <a:t>E8</a:t>
            </a:r>
            <a:r>
              <a:rPr lang="zh-CN" altLang="en-US" sz="1800"/>
              <a:t>：</a:t>
            </a:r>
            <a:r>
              <a:rPr lang="en-US" altLang="zh-CN" sz="1800"/>
              <a:t>1B</a:t>
            </a:r>
            <a:r>
              <a:rPr lang="zh-CN" altLang="en-US" sz="1800"/>
              <a:t>：</a:t>
            </a:r>
            <a:r>
              <a:rPr lang="en-US" altLang="zh-CN" sz="1800"/>
              <a:t>54</a:t>
            </a:r>
            <a:r>
              <a:rPr lang="zh-CN" altLang="en-US" sz="1800"/>
              <a:t>：</a:t>
            </a:r>
            <a:r>
              <a:rPr lang="en-US" altLang="zh-CN" sz="1800"/>
              <a:t>97</a:t>
            </a:r>
            <a:r>
              <a:rPr lang="zh-CN" altLang="en-US" sz="1800"/>
              <a:t>。只能在</a:t>
            </a:r>
            <a:r>
              <a:rPr lang="en-US" altLang="zh-CN" sz="1800"/>
              <a:t>host</a:t>
            </a:r>
            <a:r>
              <a:rPr lang="zh-CN" altLang="en-US" sz="1800"/>
              <a:t>声明中出现。</a:t>
            </a:r>
            <a:endParaRPr lang="zh-CN" altLang="en-US" sz="1800"/>
          </a:p>
          <a:p>
            <a:pPr>
              <a:buClr>
                <a:schemeClr val="bg2"/>
              </a:buClr>
            </a:pPr>
            <a:r>
              <a:rPr lang="en-US" altLang="zh-CN" sz="2000"/>
              <a:t>fixed-address </a:t>
            </a:r>
            <a:r>
              <a:rPr lang="zh-CN" altLang="en-US" sz="2000"/>
              <a:t>语句</a:t>
            </a:r>
            <a:endParaRPr lang="zh-CN" altLang="en-US" sz="2000"/>
          </a:p>
          <a:p>
            <a:pPr lvl="1">
              <a:buClr>
                <a:schemeClr val="accent2"/>
              </a:buClr>
            </a:pPr>
            <a:r>
              <a:rPr lang="en-US" altLang="zh-CN" sz="1800"/>
              <a:t>fixed-address address [, address ... ]; </a:t>
            </a:r>
            <a:endParaRPr lang="en-US" altLang="zh-CN" sz="1800"/>
          </a:p>
          <a:p>
            <a:pPr lvl="1">
              <a:buClr>
                <a:schemeClr val="accent2"/>
              </a:buClr>
            </a:pPr>
            <a:r>
              <a:rPr lang="en-US" altLang="zh-CN" sz="1800"/>
              <a:t>fixed-address </a:t>
            </a:r>
            <a:r>
              <a:rPr lang="zh-CN" altLang="en-US" sz="1800"/>
              <a:t>语句用于指定一个或多个</a:t>
            </a:r>
            <a:r>
              <a:rPr lang="en-US" altLang="zh-CN" sz="1800"/>
              <a:t>IP</a:t>
            </a:r>
            <a:r>
              <a:rPr lang="zh-CN" altLang="en-US" sz="1800"/>
              <a:t>地址给一个</a:t>
            </a:r>
            <a:r>
              <a:rPr lang="en-US" altLang="zh-CN" sz="1800"/>
              <a:t>DHCP</a:t>
            </a:r>
            <a:r>
              <a:rPr lang="zh-CN" altLang="en-US" sz="1800"/>
              <a:t>客户。只能出现在</a:t>
            </a:r>
            <a:r>
              <a:rPr lang="en-US" altLang="zh-CN" sz="1800"/>
              <a:t>host</a:t>
            </a:r>
            <a:r>
              <a:rPr lang="zh-CN" altLang="en-US" sz="1800"/>
              <a:t>声明里。</a:t>
            </a:r>
            <a:endParaRPr lang="zh-CN" altLang="en-US" sz="1800"/>
          </a:p>
          <a:p>
            <a:pPr>
              <a:buClr>
                <a:schemeClr val="bg2"/>
              </a:buClr>
            </a:pPr>
            <a:r>
              <a:rPr lang="en-US" altLang="zh-CN" sz="2000"/>
              <a:t>server-name </a:t>
            </a:r>
            <a:r>
              <a:rPr lang="zh-CN" altLang="en-US" sz="2000"/>
              <a:t>语句</a:t>
            </a:r>
            <a:endParaRPr lang="zh-CN" altLang="en-US" sz="2000"/>
          </a:p>
          <a:p>
            <a:pPr lvl="1">
              <a:buClr>
                <a:schemeClr val="accent2"/>
              </a:buClr>
            </a:pPr>
            <a:r>
              <a:rPr lang="en-US" altLang="zh-CN" sz="1800"/>
              <a:t>server-name "name"; </a:t>
            </a:r>
            <a:endParaRPr lang="en-US" altLang="zh-CN" sz="1800"/>
          </a:p>
          <a:p>
            <a:pPr lvl="1">
              <a:buClr>
                <a:schemeClr val="accent2"/>
              </a:buClr>
            </a:pPr>
            <a:r>
              <a:rPr lang="zh-CN" altLang="en-US" sz="1800"/>
              <a:t>用于告诉客户服务器的名字。</a:t>
            </a:r>
            <a:endParaRPr lang="zh-CN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27" name="标题 2126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 b="1"/>
              <a:t>选项类语句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28" name="文本占位符 2127"/>
          <p:cNvSpPr/>
          <p:nvPr>
            <p:ph type="body" idx="4294967295"/>
          </p:nvPr>
        </p:nvSpPr>
        <p:spPr>
          <a:xfrm>
            <a:off x="457200" y="1981200"/>
            <a:ext cx="8229600" cy="4572000"/>
          </a:xfrm>
        </p:spPr>
        <p:txBody>
          <a:bodyPr/>
          <a:p>
            <a:pPr>
              <a:buClr>
                <a:schemeClr val="bg2"/>
              </a:buClr>
            </a:pPr>
            <a:r>
              <a:rPr lang="zh-CN" altLang="en-US" sz="2400"/>
              <a:t>选项类语句以</a:t>
            </a:r>
            <a:r>
              <a:rPr lang="en-US" altLang="zh-CN" sz="2400"/>
              <a:t>option </a:t>
            </a:r>
            <a:r>
              <a:rPr lang="zh-CN" altLang="en-US" sz="2400"/>
              <a:t>开头，后面跟一个选项名，选项名后是选项数据</a:t>
            </a:r>
            <a:endParaRPr lang="zh-CN" altLang="en-US" sz="2400"/>
          </a:p>
          <a:p>
            <a:pPr>
              <a:buClr>
                <a:schemeClr val="bg2"/>
              </a:buClr>
            </a:pPr>
            <a:r>
              <a:rPr lang="en-US" altLang="zh-CN" sz="2400"/>
              <a:t>option routers</a:t>
            </a:r>
            <a:r>
              <a:rPr lang="en-US" altLang="zh-CN" sz="2400" i="1"/>
              <a:t> ip-address</a:t>
            </a:r>
            <a:r>
              <a:rPr lang="en-US" altLang="zh-CN" sz="2400"/>
              <a:t>;</a:t>
            </a:r>
            <a:endParaRPr lang="en-US" altLang="zh-CN" sz="2400"/>
          </a:p>
          <a:p>
            <a:pPr lvl="1">
              <a:buClr>
                <a:schemeClr val="accent2"/>
              </a:buClr>
            </a:pPr>
            <a:r>
              <a:rPr lang="zh-CN" altLang="en-US" sz="2000"/>
              <a:t>指明在客户子网内的路由器的地址；</a:t>
            </a:r>
            <a:endParaRPr lang="zh-CN" altLang="en-US" sz="2000"/>
          </a:p>
          <a:p>
            <a:pPr>
              <a:buClr>
                <a:schemeClr val="bg2"/>
              </a:buClr>
            </a:pPr>
            <a:r>
              <a:rPr lang="en-US" altLang="zh-CN" sz="2400"/>
              <a:t>option time-servers </a:t>
            </a:r>
            <a:r>
              <a:rPr lang="en-US" altLang="zh-CN" sz="2400" i="1"/>
              <a:t>ip-address[, ip-address...];</a:t>
            </a:r>
            <a:endParaRPr lang="en-US" altLang="zh-CN" sz="2400" i="1"/>
          </a:p>
          <a:p>
            <a:pPr lvl="1">
              <a:buClr>
                <a:schemeClr val="accent2"/>
              </a:buClr>
            </a:pPr>
            <a:r>
              <a:rPr lang="zh-CN" altLang="en-US" sz="2000"/>
              <a:t>指明时间服务器的地址。</a:t>
            </a:r>
            <a:endParaRPr lang="zh-CN" altLang="en-US" sz="2000"/>
          </a:p>
          <a:p>
            <a:pPr>
              <a:buClr>
                <a:schemeClr val="bg2"/>
              </a:buClr>
            </a:pPr>
            <a:r>
              <a:rPr lang="en-US" altLang="zh-CN" sz="2400"/>
              <a:t>option domain-name-servers </a:t>
            </a:r>
            <a:r>
              <a:rPr lang="en-US" altLang="zh-CN" sz="2400" i="1"/>
              <a:t>ip-address[, ip-address...];</a:t>
            </a:r>
            <a:endParaRPr lang="en-US" altLang="zh-CN" sz="2400" i="1"/>
          </a:p>
          <a:p>
            <a:pPr lvl="1">
              <a:buClr>
                <a:schemeClr val="accent2"/>
              </a:buClr>
            </a:pPr>
            <a:r>
              <a:rPr lang="zh-CN" altLang="en-US" sz="2000"/>
              <a:t>指明</a:t>
            </a:r>
            <a:r>
              <a:rPr lang="en-US" altLang="zh-CN" sz="2000"/>
              <a:t>DNS</a:t>
            </a:r>
            <a:r>
              <a:rPr lang="zh-CN" altLang="en-US" sz="2000"/>
              <a:t>的地址</a:t>
            </a:r>
            <a:endParaRPr lang="zh-CN" altLang="en-US" sz="2000"/>
          </a:p>
          <a:p>
            <a:pPr>
              <a:buClr>
                <a:schemeClr val="bg2"/>
              </a:buClr>
            </a:pPr>
            <a:r>
              <a:rPr lang="en-US" altLang="zh-CN" sz="2400"/>
              <a:t>option host-name string;</a:t>
            </a:r>
            <a:endParaRPr lang="en-US" altLang="zh-CN" sz="2400"/>
          </a:p>
          <a:p>
            <a:pPr lvl="1">
              <a:buClr>
                <a:schemeClr val="accent2"/>
              </a:buClr>
            </a:pPr>
            <a:r>
              <a:rPr lang="zh-CN" altLang="en-US" sz="2000"/>
              <a:t>给客户指定主机名，</a:t>
            </a:r>
            <a:r>
              <a:rPr lang="en-US" altLang="zh-CN" sz="2000"/>
              <a:t>string</a:t>
            </a:r>
            <a:r>
              <a:rPr lang="zh-CN" altLang="en-US" sz="2000"/>
              <a:t>是个字符串。只能在</a:t>
            </a:r>
            <a:r>
              <a:rPr lang="en-US" altLang="zh-CN" sz="2000"/>
              <a:t>host</a:t>
            </a:r>
            <a:r>
              <a:rPr lang="zh-CN" altLang="en-US" sz="2000"/>
              <a:t>声明中出现；</a:t>
            </a:r>
            <a:endParaRPr lang="zh-CN" alt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31" name="标题 2130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 b="1"/>
              <a:t>选项类语句</a:t>
            </a:r>
            <a:endParaRPr lang="zh-CN" altLang="en-US" b="1"/>
          </a:p>
        </p:txBody>
      </p:sp>
      <p:sp>
        <p:nvSpPr>
          <p:cNvPr id="2132" name="文本占位符 2131"/>
          <p:cNvSpPr/>
          <p:nvPr>
            <p:ph type="body" idx="4294967295"/>
          </p:nvPr>
        </p:nvSpPr>
        <p:spPr/>
        <p:txBody>
          <a:bodyPr/>
          <a:p>
            <a:pPr algn="l">
              <a:buClr>
                <a:schemeClr val="bg2"/>
              </a:buClr>
            </a:pPr>
            <a:r>
              <a:rPr lang="zh-CN" altLang="en-US" sz="2400"/>
              <a:t>option domain-name “string”;</a:t>
            </a:r>
            <a:endParaRPr lang="zh-CN" altLang="en-US" sz="2400"/>
          </a:p>
          <a:p>
            <a:pPr lvl="1" indent="-342900" algn="l">
              <a:buClr>
                <a:schemeClr val="bg2"/>
              </a:buClr>
              <a:buChar char="n"/>
            </a:pPr>
            <a:r>
              <a:rPr lang="zh-CN" altLang="en-US" sz="2400">
                <a:latin typeface="+mn-lt"/>
                <a:ea typeface="+mn-ea"/>
              </a:rPr>
              <a:t>指明域名</a:t>
            </a:r>
            <a:endParaRPr lang="zh-CN" altLang="en-US" sz="2400">
              <a:latin typeface="+mn-lt"/>
              <a:ea typeface="+mn-ea"/>
            </a:endParaRPr>
          </a:p>
          <a:p>
            <a:pPr algn="l">
              <a:buClr>
                <a:schemeClr val="bg2"/>
              </a:buClr>
            </a:pPr>
            <a:r>
              <a:rPr lang="zh-CN" altLang="en-US" sz="2400"/>
              <a:t>option broadcast-address ip-address;</a:t>
            </a:r>
            <a:endParaRPr lang="zh-CN" altLang="en-US" sz="2400"/>
          </a:p>
          <a:p>
            <a:pPr lvl="1" indent="-342900" algn="l">
              <a:buClr>
                <a:schemeClr val="bg2"/>
              </a:buClr>
              <a:buChar char="n"/>
            </a:pPr>
            <a:r>
              <a:rPr lang="zh-CN" altLang="en-US" sz="2400">
                <a:latin typeface="+mn-lt"/>
                <a:ea typeface="+mn-ea"/>
              </a:rPr>
              <a:t>指定广播地址</a:t>
            </a:r>
            <a:endParaRPr lang="zh-CN" altLang="en-US" sz="2400">
              <a:latin typeface="+mn-lt"/>
              <a:ea typeface="+mn-ea"/>
            </a:endParaRPr>
          </a:p>
          <a:p>
            <a:pPr algn="l">
              <a:buClr>
                <a:schemeClr val="bg2"/>
              </a:buClr>
            </a:pPr>
            <a:r>
              <a:rPr lang="zh-CN" altLang="en-US" sz="2400"/>
              <a:t>option subnet-mask 255.255.255.0;</a:t>
            </a:r>
            <a:endParaRPr lang="zh-CN" altLang="en-US" sz="2400"/>
          </a:p>
          <a:p>
            <a:pPr lvl="1" indent="-342900" algn="l">
              <a:buClr>
                <a:schemeClr val="bg2"/>
              </a:buClr>
              <a:buChar char="n"/>
            </a:pPr>
            <a:r>
              <a:rPr lang="zh-CN" altLang="en-US" sz="2400">
                <a:latin typeface="+mn-lt"/>
                <a:ea typeface="+mn-ea"/>
              </a:rPr>
              <a:t>指定子网掩码选项</a:t>
            </a:r>
            <a:endParaRPr lang="zh-CN" altLang="en-US" sz="240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35" name="标题 2134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/>
              <a:t>简单的</a:t>
            </a:r>
            <a:r>
              <a:rPr lang="en-US" altLang="zh-CN"/>
              <a:t>dhcpd</a:t>
            </a:r>
            <a:r>
              <a:rPr lang="en-US" altLang="zh-CN"/>
              <a:t>.conf</a:t>
            </a:r>
            <a:r>
              <a:rPr lang="zh-CN" altLang="en-US"/>
              <a:t>的例子 </a:t>
            </a:r>
            <a:endParaRPr lang="zh-CN" altLang="en-US"/>
          </a:p>
        </p:txBody>
      </p:sp>
      <p:sp>
        <p:nvSpPr>
          <p:cNvPr id="2136" name="文本占位符 2135"/>
          <p:cNvSpPr/>
          <p:nvPr>
            <p:ph type="body" idx="4294967295"/>
          </p:nvPr>
        </p:nvSpPr>
        <p:spPr>
          <a:xfrm>
            <a:off x="457200" y="1981200"/>
            <a:ext cx="8229600" cy="4876800"/>
          </a:xfrm>
        </p:spPr>
        <p:txBody>
          <a:bodyPr/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# </a:t>
            </a:r>
            <a:r>
              <a:rPr lang="zh-CN" altLang="en-US" sz="1200"/>
              <a:t>全局参数</a:t>
            </a:r>
            <a:endParaRPr lang="zh-CN" altLang="en-US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default-lease-time 28800;                # </a:t>
            </a:r>
            <a:r>
              <a:rPr lang="zh-CN" altLang="en-US" sz="1200"/>
              <a:t>默认租约时间（秒）</a:t>
            </a:r>
            <a:endParaRPr lang="zh-CN" altLang="en-US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max-lease-time 43200;                    # </a:t>
            </a:r>
            <a:r>
              <a:rPr lang="zh-CN" altLang="en-US" sz="1200"/>
              <a:t>最大租约时间（秒）</a:t>
            </a:r>
            <a:endParaRPr lang="zh-CN" altLang="en-US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option subnet-mask 255.255.255.0;        # </a:t>
            </a:r>
            <a:r>
              <a:rPr lang="zh-CN" altLang="en-US" sz="1200"/>
              <a:t>子网掩码</a:t>
            </a:r>
            <a:endParaRPr lang="zh-CN" altLang="en-US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option broadcast-address 192.168.1.255;  # </a:t>
            </a:r>
            <a:r>
              <a:rPr lang="zh-CN" altLang="en-US" sz="1200"/>
              <a:t>广播地址</a:t>
            </a:r>
            <a:endParaRPr lang="zh-CN" altLang="en-US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option routers 192.168.1.1;              # </a:t>
            </a:r>
            <a:r>
              <a:rPr lang="zh-CN" altLang="en-US" sz="1200"/>
              <a:t>默认网关</a:t>
            </a:r>
            <a:endParaRPr lang="zh-CN" altLang="en-US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option domain-name-servers 192.168.1.1;  # DNS </a:t>
            </a:r>
            <a:r>
              <a:rPr lang="zh-CN" altLang="en-US" sz="1200"/>
              <a:t>服务器地址</a:t>
            </a:r>
            <a:endParaRPr lang="zh-CN" altLang="en-US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option domain-name "netreslab.org";      # </a:t>
            </a:r>
            <a:r>
              <a:rPr lang="zh-CN" altLang="en-US" sz="1200"/>
              <a:t>域名</a:t>
            </a:r>
            <a:endParaRPr lang="zh-CN" altLang="en-US" sz="1200"/>
          </a:p>
          <a:p>
            <a:pPr marL="0" indent="0">
              <a:buClr>
                <a:schemeClr val="bg2"/>
              </a:buClr>
              <a:buNone/>
            </a:pPr>
            <a:endParaRPr lang="en-US" altLang="zh-CN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# </a:t>
            </a:r>
            <a:r>
              <a:rPr lang="zh-CN" altLang="en-US" sz="1200"/>
              <a:t>子网声明</a:t>
            </a:r>
            <a:endParaRPr lang="zh-CN" altLang="en-US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subnet 192.168.1.0 netmask 255.255.255.0 {</a:t>
            </a:r>
            <a:endParaRPr lang="en-US" altLang="zh-CN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  range 192.168.1.10 192.168.1.100;      # </a:t>
            </a:r>
            <a:r>
              <a:rPr lang="zh-CN" altLang="en-US" sz="1200"/>
              <a:t>地址池范围</a:t>
            </a:r>
            <a:r>
              <a:rPr lang="en-US" altLang="zh-CN" sz="1200"/>
              <a:t> 1</a:t>
            </a:r>
            <a:endParaRPr lang="en-US" altLang="zh-CN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  range 192.168.1.150 192.168.1.200;     # </a:t>
            </a:r>
            <a:r>
              <a:rPr lang="zh-CN" altLang="en-US" sz="1200"/>
              <a:t>地址池范围</a:t>
            </a:r>
            <a:r>
              <a:rPr lang="en-US" altLang="zh-CN" sz="1200"/>
              <a:t> 2</a:t>
            </a:r>
            <a:endParaRPr lang="en-US" altLang="zh-CN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}</a:t>
            </a:r>
            <a:endParaRPr lang="en-US" altLang="zh-CN" sz="1200"/>
          </a:p>
          <a:p>
            <a:pPr marL="0" indent="0">
              <a:buClr>
                <a:schemeClr val="bg2"/>
              </a:buClr>
              <a:buNone/>
            </a:pPr>
            <a:endParaRPr lang="en-US" altLang="zh-CN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# </a:t>
            </a:r>
            <a:r>
              <a:rPr lang="zh-CN" altLang="en-US" sz="1200"/>
              <a:t>静态</a:t>
            </a:r>
            <a:r>
              <a:rPr lang="en-US" altLang="zh-CN" sz="1200"/>
              <a:t> IP </a:t>
            </a:r>
            <a:r>
              <a:rPr lang="zh-CN" altLang="en-US" sz="1200"/>
              <a:t>绑定</a:t>
            </a:r>
            <a:endParaRPr lang="zh-CN" altLang="en-US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host hotdog {</a:t>
            </a:r>
            <a:endParaRPr lang="en-US" altLang="zh-CN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  hardware ethernet 08:00:00:4c:58:23;   # </a:t>
            </a:r>
            <a:r>
              <a:rPr lang="zh-CN" altLang="en-US" sz="1200"/>
              <a:t>客户端</a:t>
            </a:r>
            <a:r>
              <a:rPr lang="en-US" altLang="zh-CN" sz="1200"/>
              <a:t> MAC </a:t>
            </a:r>
            <a:r>
              <a:rPr lang="zh-CN" altLang="en-US" sz="1200"/>
              <a:t>地址</a:t>
            </a:r>
            <a:endParaRPr lang="zh-CN" altLang="en-US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  fixed-address 192.168.1.210;           # </a:t>
            </a:r>
            <a:r>
              <a:rPr lang="zh-CN" altLang="en-US" sz="1200"/>
              <a:t>分配的固定</a:t>
            </a:r>
            <a:r>
              <a:rPr lang="en-US" altLang="zh-CN" sz="1200"/>
              <a:t> IP</a:t>
            </a:r>
            <a:endParaRPr lang="en-US" altLang="zh-CN" sz="1200"/>
          </a:p>
          <a:p>
            <a:pPr marL="0" indent="0">
              <a:buClr>
                <a:schemeClr val="bg2"/>
              </a:buClr>
              <a:buNone/>
            </a:pPr>
            <a:r>
              <a:rPr lang="en-US" altLang="zh-CN" sz="1200"/>
              <a:t>}</a:t>
            </a:r>
            <a:endParaRPr lang="en-US" altLang="zh-CN" sz="1200"/>
          </a:p>
          <a:p>
            <a:pPr marL="0" indent="0">
              <a:buClr>
                <a:schemeClr val="bg2"/>
              </a:buClr>
              <a:buNone/>
            </a:pPr>
            <a:endParaRPr lang="en-US" altLang="zh-CN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39" name="标题 2138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 sz="4000"/>
              <a:t>在指定网络接口启动</a:t>
            </a:r>
            <a:r>
              <a:rPr lang="en-US" altLang="zh-CN" sz="4000"/>
              <a:t>DHCP</a:t>
            </a:r>
            <a:r>
              <a:rPr lang="zh-CN" altLang="en-US" sz="4000"/>
              <a:t>服务器 </a:t>
            </a:r>
            <a:endParaRPr lang="zh-CN" altLang="en-US" sz="4000"/>
          </a:p>
        </p:txBody>
      </p:sp>
      <p:sp>
        <p:nvSpPr>
          <p:cNvPr id="2140" name="文本占位符 2139"/>
          <p:cNvSpPr/>
          <p:nvPr>
            <p:ph type="body" idx="4294967295"/>
          </p:nvPr>
        </p:nvSpPr>
        <p:spPr/>
        <p:txBody>
          <a:bodyPr/>
          <a:p>
            <a:pPr>
              <a:lnSpc>
                <a:spcPct val="90000"/>
              </a:lnSpc>
              <a:buClr>
                <a:schemeClr val="bg2"/>
              </a:buClr>
            </a:pPr>
            <a:r>
              <a:rPr lang="zh-CN" altLang="en-US" sz="2400"/>
              <a:t>如果</a:t>
            </a:r>
            <a:r>
              <a:rPr lang="en-US" altLang="zh-CN" sz="2400"/>
              <a:t>Linux</a:t>
            </a:r>
            <a:r>
              <a:rPr lang="zh-CN" altLang="en-US" sz="2400"/>
              <a:t>系统有多个网络接口，但只想让</a:t>
            </a:r>
            <a:r>
              <a:rPr lang="en-US" altLang="zh-CN" sz="2400"/>
              <a:t>DHCP</a:t>
            </a:r>
            <a:r>
              <a:rPr lang="zh-CN" altLang="en-US" sz="2400"/>
              <a:t>在其中一个网络接口上提供服务，可以配置/etc/default/isc-dhcp-server，把接口的名称添加到</a:t>
            </a:r>
            <a:r>
              <a:rPr lang="zh-CN" altLang="en-US" sz="2400"/>
              <a:t>INTERFACESv4的列表中：</a:t>
            </a:r>
            <a:endParaRPr lang="zh-CN" altLang="en-US" sz="2400"/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r>
              <a:rPr lang="zh-CN" altLang="en-US" sz="1800">
                <a:latin typeface="+mn-lt"/>
                <a:ea typeface="+mn-ea"/>
              </a:rPr>
              <a:t>INTERFACESv4="</a:t>
            </a:r>
            <a:r>
              <a:rPr lang="en-US" altLang="zh-CN" sz="1800">
                <a:latin typeface="+mn-lt"/>
                <a:ea typeface="+mn-ea"/>
              </a:rPr>
              <a:t>eth0</a:t>
            </a:r>
            <a:r>
              <a:rPr lang="zh-CN" altLang="en-US" sz="1800">
                <a:latin typeface="+mn-lt"/>
                <a:ea typeface="+mn-ea"/>
              </a:rPr>
              <a:t>"</a:t>
            </a:r>
            <a:endParaRPr lang="zh-CN" altLang="en-US" sz="1800">
              <a:latin typeface="+mn-lt"/>
              <a:ea typeface="+mn-ea"/>
            </a:endParaRPr>
          </a:p>
          <a:p>
            <a:pPr>
              <a:lnSpc>
                <a:spcPct val="90000"/>
              </a:lnSpc>
              <a:buClr>
                <a:schemeClr val="bg2"/>
              </a:buClr>
            </a:pPr>
            <a:r>
              <a:rPr lang="zh-CN" altLang="en-US" sz="2400"/>
              <a:t>这样对于带有两个网卡的防火墙机器，更加安全：一个网卡可以被配置成 </a:t>
            </a:r>
            <a:r>
              <a:rPr lang="en-US" altLang="zh-CN" sz="2400"/>
              <a:t>DHCP </a:t>
            </a:r>
            <a:r>
              <a:rPr lang="zh-CN" altLang="en-US" sz="2400"/>
              <a:t>客户</a:t>
            </a:r>
            <a:r>
              <a:rPr lang="zh-CN" altLang="en-US" sz="2400"/>
              <a:t>端来从互联网上检索 </a:t>
            </a:r>
            <a:r>
              <a:rPr lang="en-US" altLang="zh-CN" sz="2400"/>
              <a:t>IP </a:t>
            </a:r>
            <a:r>
              <a:rPr lang="zh-CN" altLang="en-US" sz="2400"/>
              <a:t>地址；另一个网卡可以被用作防火墙之后的内部网络的 </a:t>
            </a:r>
            <a:r>
              <a:rPr lang="en-US" altLang="zh-CN" sz="2400"/>
              <a:t>DHCP </a:t>
            </a:r>
            <a:r>
              <a:rPr lang="zh-CN" altLang="en-US" sz="2400"/>
              <a:t>服务器。仅指定连接到内部网络的网卡使系统更加安全，因为用户无法通过互联网来连接它的守护进程。</a:t>
            </a:r>
            <a:endParaRPr lang="zh-CN" altLang="en-US" sz="2400"/>
          </a:p>
          <a:p>
            <a:pPr>
              <a:lnSpc>
                <a:spcPct val="90000"/>
              </a:lnSpc>
              <a:buClr>
                <a:schemeClr val="bg2"/>
              </a:buClr>
            </a:pPr>
            <a:r>
              <a:rPr lang="zh-CN" altLang="en-US" sz="2400"/>
              <a:t>另外一种方法：使用命令手工启动</a:t>
            </a:r>
            <a:r>
              <a:rPr lang="en-US" altLang="zh-CN" sz="2400"/>
              <a:t>dhcpd</a:t>
            </a:r>
            <a:r>
              <a:rPr lang="zh-CN" altLang="en-US" sz="2400"/>
              <a:t>：</a:t>
            </a:r>
            <a:endParaRPr lang="zh-CN" altLang="en-US" sz="2400"/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r>
              <a:rPr lang="en-US" altLang="zh-CN" sz="2000"/>
              <a:t>/usr/sbin/dhcpd  eth0</a:t>
            </a:r>
            <a:endParaRPr lang="en-US" altLang="zh-CN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43" name="标题 2142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en-US" altLang="zh-CN"/>
              <a:t>dhcpd.leases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2144" name="文本占位符 2143"/>
          <p:cNvSpPr/>
          <p:nvPr>
            <p:ph type="body" idx="4294967295"/>
          </p:nvPr>
        </p:nvSpPr>
        <p:spPr/>
        <p:txBody>
          <a:bodyPr/>
          <a:p>
            <a:pPr>
              <a:lnSpc>
                <a:spcPct val="80000"/>
              </a:lnSpc>
              <a:buClr>
                <a:schemeClr val="bg2"/>
              </a:buClr>
            </a:pPr>
            <a:r>
              <a:rPr lang="en-US" altLang="zh-CN" sz="2800"/>
              <a:t>dhcpd.leases </a:t>
            </a:r>
            <a:r>
              <a:rPr lang="zh-CN" altLang="en-US" sz="2800"/>
              <a:t>是</a:t>
            </a:r>
            <a:r>
              <a:rPr lang="en-US" altLang="zh-CN" sz="2800"/>
              <a:t>DHCP</a:t>
            </a:r>
            <a:r>
              <a:rPr lang="zh-CN" altLang="en-US" sz="2800"/>
              <a:t>客户租约的数据库文件，默认目录在</a:t>
            </a:r>
            <a:r>
              <a:rPr lang="en-US" altLang="zh-CN" sz="2800"/>
              <a:t>/var/lib/dhcp/</a:t>
            </a:r>
            <a:r>
              <a:rPr lang="zh-CN" altLang="en-US" sz="2800"/>
              <a:t>，文件包含租约声明，每次一个租约被获取、更新或释放，它的新值就被记录到文件的的末尾。在</a:t>
            </a:r>
            <a:r>
              <a:rPr lang="en-US" altLang="zh-CN" sz="2800"/>
              <a:t>dhcpd</a:t>
            </a:r>
            <a:r>
              <a:rPr lang="zh-CN" altLang="en-US" sz="2800"/>
              <a:t>第一次安装后，会生成这个文件。</a:t>
            </a:r>
            <a:endParaRPr lang="zh-CN" altLang="en-US" sz="2800"/>
          </a:p>
          <a:p>
            <a:pPr>
              <a:lnSpc>
                <a:spcPct val="80000"/>
              </a:lnSpc>
              <a:buClr>
                <a:schemeClr val="bg2"/>
              </a:buClr>
            </a:pPr>
            <a:r>
              <a:rPr lang="en-US" altLang="zh-CN" sz="2800"/>
              <a:t>dhcpd</a:t>
            </a:r>
            <a:r>
              <a:rPr lang="zh-CN" altLang="en-US" sz="2800"/>
              <a:t>记录这个文件的格式是：</a:t>
            </a:r>
            <a:endParaRPr lang="zh-CN" altLang="en-US" sz="2800"/>
          </a:p>
          <a:p>
            <a:pPr>
              <a:lnSpc>
                <a:spcPct val="80000"/>
              </a:lnSpc>
              <a:buClr>
                <a:schemeClr val="bg2"/>
              </a:buClr>
              <a:buNone/>
            </a:pPr>
            <a:r>
              <a:rPr lang="zh-CN" altLang="en-US" sz="2800"/>
              <a:t>	</a:t>
            </a:r>
            <a:r>
              <a:rPr lang="en-US" altLang="zh-CN" sz="2800"/>
              <a:t> lease ip-address { statements... }</a:t>
            </a:r>
            <a:endParaRPr lang="en-US" altLang="zh-CN" sz="2800"/>
          </a:p>
          <a:p>
            <a:pPr>
              <a:lnSpc>
                <a:spcPct val="80000"/>
              </a:lnSpc>
              <a:buClr>
                <a:schemeClr val="bg2"/>
              </a:buClr>
              <a:buNone/>
            </a:pPr>
            <a:r>
              <a:rPr lang="en-US" altLang="zh-CN" sz="2800"/>
              <a:t>	</a:t>
            </a:r>
            <a:r>
              <a:rPr lang="zh-CN" altLang="en-US" sz="2800"/>
              <a:t>每个记录包含一个提供给客户的</a:t>
            </a:r>
            <a:r>
              <a:rPr lang="en-US" altLang="zh-CN" sz="2800"/>
              <a:t>IP</a:t>
            </a:r>
            <a:r>
              <a:rPr lang="zh-CN" altLang="en-US" sz="2800"/>
              <a:t>地址，在花括号里的语句包含一些租约信息。具体的租约信息因客户发出不同的</a:t>
            </a:r>
            <a:r>
              <a:rPr lang="en-US" altLang="zh-CN" sz="2800"/>
              <a:t>DHCP</a:t>
            </a:r>
            <a:r>
              <a:rPr lang="zh-CN" altLang="en-US" sz="2800"/>
              <a:t>请求而稍有差别。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47" name="标题 2146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en-US" altLang="zh-CN"/>
              <a:t>dhcpd.leases</a:t>
            </a:r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2148" name="文本占位符 2147"/>
          <p:cNvSpPr/>
          <p:nvPr>
            <p:ph type="body" idx="4294967295"/>
          </p:nvPr>
        </p:nvSpPr>
        <p:spPr/>
        <p:txBody>
          <a:bodyPr/>
          <a:p>
            <a:pPr>
              <a:lnSpc>
                <a:spcPct val="80000"/>
              </a:lnSpc>
              <a:buClr>
                <a:schemeClr val="bg2"/>
              </a:buClr>
              <a:buNone/>
            </a:pPr>
            <a:r>
              <a:rPr lang="en-US" altLang="zh-CN" sz="2800"/>
              <a:t>	</a:t>
            </a:r>
            <a:r>
              <a:rPr lang="zh-CN" altLang="en-US" sz="2800"/>
              <a:t>当某一台客户机申请</a:t>
            </a:r>
            <a:r>
              <a:rPr lang="en-US" altLang="zh-CN" sz="2800"/>
              <a:t>IP</a:t>
            </a:r>
            <a:r>
              <a:rPr lang="zh-CN" altLang="en-US" sz="2800"/>
              <a:t>地址</a:t>
            </a:r>
            <a:r>
              <a:rPr lang="en-US" altLang="zh-CN" sz="2800"/>
              <a:t>192.168.1.154</a:t>
            </a:r>
            <a:r>
              <a:rPr lang="zh-CN" altLang="en-US" sz="2800"/>
              <a:t>成功之后，可以看见</a:t>
            </a:r>
            <a:r>
              <a:rPr lang="en-US" altLang="zh-CN" sz="2800"/>
              <a:t>dhcpd</a:t>
            </a:r>
            <a:r>
              <a:rPr lang="en-US" altLang="zh-CN" sz="2800"/>
              <a:t>.leases</a:t>
            </a:r>
            <a:r>
              <a:rPr lang="zh-CN" altLang="en-US" sz="2800"/>
              <a:t>文件里面有一条新建信息：</a:t>
            </a:r>
            <a:endParaRPr lang="zh-CN" altLang="en-US" sz="2800"/>
          </a:p>
          <a:p>
            <a:pPr>
              <a:lnSpc>
                <a:spcPct val="80000"/>
              </a:lnSpc>
              <a:buClr>
                <a:schemeClr val="bg2"/>
              </a:buClr>
              <a:buNone/>
            </a:pPr>
            <a:r>
              <a:rPr lang="en-US" altLang="zh-CN" sz="2400"/>
              <a:t>lease 192.168.1.154 {</a:t>
            </a:r>
            <a:endParaRPr lang="en-US" altLang="zh-CN" sz="2400"/>
          </a:p>
          <a:p>
            <a:pPr>
              <a:lnSpc>
                <a:spcPct val="80000"/>
              </a:lnSpc>
              <a:buClr>
                <a:schemeClr val="bg2"/>
              </a:buClr>
              <a:buNone/>
            </a:pPr>
            <a:r>
              <a:rPr lang="en-US" altLang="zh-CN" sz="2400"/>
              <a:t>      starts 1 2000/05/15 13:36:42;</a:t>
            </a:r>
            <a:br>
              <a:rPr lang="en-US" altLang="zh-CN" sz="2400"/>
            </a:br>
            <a:r>
              <a:rPr lang="en-US" altLang="zh-CN" sz="2400"/>
              <a:t>   ends  1 2000/05/15 21:36:42;</a:t>
            </a:r>
            <a:br>
              <a:rPr lang="en-US" altLang="zh-CN" sz="2400"/>
            </a:br>
            <a:r>
              <a:rPr lang="en-US" altLang="zh-CN" sz="2400"/>
              <a:t>   hardware ethernet 00:00:21:4e:3f:58;</a:t>
            </a:r>
            <a:br>
              <a:rPr lang="en-US" altLang="zh-CN" sz="2400"/>
            </a:br>
            <a:r>
              <a:rPr lang="en-US" altLang="zh-CN" sz="2400"/>
              <a:t>   uid 01:00:00:21:4e:3f:58;</a:t>
            </a:r>
            <a:br>
              <a:rPr lang="en-US" altLang="zh-CN" sz="2400"/>
            </a:br>
            <a:r>
              <a:rPr lang="en-US" altLang="zh-CN" sz="2400"/>
              <a:t>   client-hostname "one";</a:t>
            </a:r>
            <a:endParaRPr lang="en-US" altLang="zh-CN" sz="2400"/>
          </a:p>
          <a:p>
            <a:pPr>
              <a:lnSpc>
                <a:spcPct val="80000"/>
              </a:lnSpc>
              <a:buClr>
                <a:schemeClr val="bg2"/>
              </a:buClr>
              <a:buNone/>
            </a:pPr>
            <a:r>
              <a:rPr lang="en-US" altLang="zh-CN" sz="2400"/>
              <a:t>}</a:t>
            </a:r>
            <a:endParaRPr lang="en-US" altLang="zh-CN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</a:pPr>
            <a:fld id="{9A0DB2DC-4C9A-4742-B13C-FB6460FD3503}" type="slidenum">
              <a:rPr lang="ru-RU"/>
            </a:fld>
            <a:endParaRPr lang="ru-RU" sz="1200" u="none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51" name="标题 2150"/>
          <p:cNvSpPr/>
          <p:nvPr>
            <p:ph type="title" idx="4294967295"/>
          </p:nvPr>
        </p:nvSpPr>
        <p:spPr/>
        <p:txBody>
          <a:bodyPr anchor="ctr" anchorCtr="0"/>
          <a:p>
            <a:r>
              <a:rPr lang="zh-CN" altLang="en-US"/>
              <a:t>配置</a:t>
            </a:r>
            <a:r>
              <a:rPr lang="en-US" altLang="zh-CN"/>
              <a:t>Linux</a:t>
            </a:r>
            <a:r>
              <a:rPr lang="zh-CN" altLang="en-US"/>
              <a:t>的</a:t>
            </a:r>
            <a:r>
              <a:rPr lang="en-US" altLang="zh-CN"/>
              <a:t>DHCP</a:t>
            </a:r>
            <a:r>
              <a:rPr lang="zh-CN" altLang="en-US"/>
              <a:t>客户端 </a:t>
            </a:r>
            <a:endParaRPr lang="zh-CN" altLang="en-US"/>
          </a:p>
        </p:txBody>
      </p:sp>
      <p:sp>
        <p:nvSpPr>
          <p:cNvPr id="2152" name="文本占位符 2151"/>
          <p:cNvSpPr/>
          <p:nvPr>
            <p:ph type="body" idx="4294967295"/>
          </p:nvPr>
        </p:nvSpPr>
        <p:spPr/>
        <p:txBody>
          <a:bodyPr/>
          <a:p>
            <a:pPr>
              <a:buClr>
                <a:schemeClr val="bg2"/>
              </a:buClr>
            </a:pPr>
            <a:r>
              <a:rPr lang="zh-CN" altLang="en-US" sz="2000"/>
              <a:t>通常</a:t>
            </a:r>
            <a:r>
              <a:rPr lang="zh-CN" altLang="en-US" sz="2000"/>
              <a:t>网络管理员使用选择手工配置 </a:t>
            </a:r>
            <a:r>
              <a:rPr lang="en-US" altLang="zh-CN" sz="2000"/>
              <a:t>DHCP </a:t>
            </a:r>
            <a:r>
              <a:rPr lang="zh-CN" altLang="en-US" sz="2000"/>
              <a:t>客户</a:t>
            </a:r>
            <a:r>
              <a:rPr lang="zh-CN" altLang="en-US" sz="2000"/>
              <a:t>端，需要修改 </a:t>
            </a:r>
            <a:r>
              <a:rPr lang="en-US" altLang="zh-CN" sz="2000"/>
              <a:t>/etc/sysconfig/network </a:t>
            </a:r>
            <a:r>
              <a:rPr lang="zh-CN" altLang="en-US" sz="2000"/>
              <a:t>文件来启用联网；并修改 </a:t>
            </a:r>
            <a:r>
              <a:rPr lang="en-US" altLang="zh-CN" sz="2000"/>
              <a:t>/etc/sysconfig/network-scripts </a:t>
            </a:r>
            <a:r>
              <a:rPr lang="zh-CN" altLang="en-US" sz="2000"/>
              <a:t>目录中每个网络设备的配置文件。在该目录中，每个设备都有一个以 </a:t>
            </a:r>
            <a:r>
              <a:rPr lang="en-US" altLang="zh-CN" sz="2000"/>
              <a:t>ifcfg-eth</a:t>
            </a:r>
            <a:r>
              <a:rPr lang="zh-CN" altLang="en-US" sz="2000"/>
              <a:t>开头的配置文件，</a:t>
            </a:r>
            <a:r>
              <a:rPr lang="en-US" altLang="zh-CN" sz="2000"/>
              <a:t>eth*</a:t>
            </a:r>
            <a:r>
              <a:rPr lang="zh-CN" altLang="en-US" sz="2000"/>
              <a:t>是网络设备的名称。 如</a:t>
            </a:r>
            <a:r>
              <a:rPr lang="en-US" altLang="zh-CN" sz="2000"/>
              <a:t>eth0</a:t>
            </a:r>
            <a:r>
              <a:rPr lang="zh-CN" altLang="en-US" sz="2000"/>
              <a:t>等。</a:t>
            </a:r>
            <a:endParaRPr lang="zh-CN" altLang="en-US" sz="2000"/>
          </a:p>
          <a:p>
            <a:pPr lvl="1">
              <a:buClr>
                <a:schemeClr val="accent2"/>
              </a:buClr>
            </a:pPr>
            <a:r>
              <a:rPr lang="en-US" altLang="zh-CN" sz="1800"/>
              <a:t>DEVICE=eth0 </a:t>
            </a:r>
            <a:endParaRPr lang="en-US" altLang="zh-CN" sz="1800"/>
          </a:p>
          <a:p>
            <a:pPr lvl="1">
              <a:buClr>
                <a:schemeClr val="accent2"/>
              </a:buClr>
            </a:pPr>
            <a:r>
              <a:rPr lang="en-US" altLang="zh-CN" sz="1800">
                <a:solidFill>
                  <a:srgbClr val="EF8877"/>
                </a:solidFill>
              </a:rPr>
              <a:t>BOOTPROTO=dhcp</a:t>
            </a:r>
            <a:r>
              <a:rPr lang="en-US" altLang="zh-CN" sz="1800"/>
              <a:t> </a:t>
            </a:r>
            <a:endParaRPr lang="en-US" altLang="zh-CN" sz="1800"/>
          </a:p>
          <a:p>
            <a:pPr lvl="1">
              <a:buClr>
                <a:schemeClr val="accent2"/>
              </a:buClr>
            </a:pPr>
            <a:r>
              <a:rPr lang="en-US" altLang="zh-CN" sz="1800"/>
              <a:t>ONBOOT=yes</a:t>
            </a:r>
            <a:endParaRPr lang="en-US" altLang="zh-CN" sz="1800"/>
          </a:p>
          <a:p>
            <a:pPr lvl="1">
              <a:buClr>
                <a:schemeClr val="accent2"/>
              </a:buClr>
            </a:pPr>
            <a:r>
              <a:rPr lang="zh-CN" altLang="en-US" sz="1800"/>
              <a:t>如希望在引导时启动联网，</a:t>
            </a:r>
            <a:r>
              <a:rPr lang="en-US" altLang="zh-CN" sz="1800"/>
              <a:t>NETWORKING </a:t>
            </a:r>
            <a:r>
              <a:rPr lang="zh-CN" altLang="en-US" sz="1800"/>
              <a:t>变量必须 被设为 </a:t>
            </a:r>
            <a:r>
              <a:rPr lang="en-US" altLang="zh-CN" sz="1800"/>
              <a:t>yes</a:t>
            </a:r>
            <a:r>
              <a:rPr lang="zh-CN" altLang="en-US" sz="1800"/>
              <a:t>。 除了此处之外</a:t>
            </a:r>
            <a:r>
              <a:rPr lang="en-US" altLang="zh-CN" sz="1800"/>
              <a:t>/etc/sysconfig/network </a:t>
            </a:r>
            <a:r>
              <a:rPr lang="zh-CN" altLang="en-US" sz="1800"/>
              <a:t>文件应该包含以下行：</a:t>
            </a:r>
            <a:endParaRPr lang="zh-CN" altLang="en-US" sz="1800"/>
          </a:p>
          <a:p>
            <a:pPr lvl="1">
              <a:buClr>
                <a:schemeClr val="accent2"/>
              </a:buClr>
            </a:pPr>
            <a:r>
              <a:rPr lang="en-US" altLang="zh-CN" sz="1800"/>
              <a:t>NETWORKING=yes </a:t>
            </a:r>
            <a:endParaRPr lang="en-US" altLang="zh-CN" sz="1800"/>
          </a:p>
          <a:p>
            <a:pPr lvl="1">
              <a:buClr>
                <a:schemeClr val="accent2"/>
              </a:buClr>
            </a:pPr>
            <a:endParaRPr lang="en-US" altLang="zh-CN" sz="1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16.11.28"/>
  <p:tag name="AS_TITLE" val="Aspose.Slides for .NET 4.0"/>
  <p:tag name="AS_VERSION" val="16.11.0.0"/>
</p:tagLst>
</file>

<file path=ppt/theme/theme1.xml><?xml version="1.0" encoding="utf-8"?>
<a:theme xmlns:a="http://schemas.openxmlformats.org/drawingml/2006/main" name=" override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66699"/>
      </a:hlink>
      <a:folHlink>
        <a:srgbClr val="CCCCE6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prstClr val="black">
                <a:alpha val="38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5704</Words>
  <Application>WPS 演示</Application>
  <PresentationFormat>Экран</PresentationFormat>
  <Paragraphs>253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Arial</vt:lpstr>
      <vt:lpstr>Arial Black</vt:lpstr>
      <vt:lpstr>Times New Roman</vt:lpstr>
      <vt:lpstr>微软雅黑</vt:lpstr>
      <vt:lpstr>Arial Unicode MS</vt:lpstr>
      <vt:lpstr>Calibri</vt:lpstr>
      <vt:lpstr>Wingdings</vt:lpstr>
      <vt:lpstr> overriden</vt:lpstr>
      <vt:lpstr>DHCP服务器配置</vt:lpstr>
      <vt:lpstr>DHCP服务简介</vt:lpstr>
      <vt:lpstr>DHCP的常用概念</vt:lpstr>
      <vt:lpstr>DHCP的常用概念</vt:lpstr>
      <vt:lpstr>DHCP分配IP地址的过程</vt:lpstr>
      <vt:lpstr>安装前注意：</vt:lpstr>
      <vt:lpstr>配置概述</vt:lpstr>
      <vt:lpstr>声明类语句——share-network 语句 </vt:lpstr>
      <vt:lpstr>声明类语句——subnet语句</vt:lpstr>
      <vt:lpstr>声明类语句——group语句</vt:lpstr>
      <vt:lpstr>声明类语句</vt:lpstr>
      <vt:lpstr>参数类语句 </vt:lpstr>
      <vt:lpstr>参数类语句</vt:lpstr>
      <vt:lpstr>选项类语句 </vt:lpstr>
      <vt:lpstr>选项类语句</vt:lpstr>
      <vt:lpstr>简单的dhcpd.conf的例子 </vt:lpstr>
      <vt:lpstr>在指定网络接口启动DHCP服务器 </vt:lpstr>
      <vt:lpstr>dhcpd.leases文件</vt:lpstr>
      <vt:lpstr>dhcpd.leases实例</vt:lpstr>
      <vt:lpstr>配置Linux的DHCP客户端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豪子</cp:lastModifiedBy>
  <cp:revision>44</cp:revision>
  <dcterms:created xsi:type="dcterms:W3CDTF">2024-12-05T09:01:00Z</dcterms:created>
  <dcterms:modified xsi:type="dcterms:W3CDTF">2024-12-06T07:40:00Z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4C787A1F320042A0BFF11D23099797DD_12</vt:lpwstr>
  </property>
  <property fmtid="{D5CDD505-2E9C-101B-9397-08002B2CF9AE}" pid="4" name="KSOProductBuildVer">
    <vt:lpwstr>2052-12.1.0.19302</vt:lpwstr>
  </property>
</Properties>
</file>